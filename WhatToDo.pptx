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7"/>
  </p:notesMasterIdLst>
  <p:handoutMasterIdLst>
    <p:handoutMasterId r:id="rId38"/>
  </p:handoutMasterIdLst>
  <p:sldIdLst>
    <p:sldId id="256" r:id="rId2"/>
    <p:sldId id="265" r:id="rId3"/>
    <p:sldId id="269" r:id="rId4"/>
    <p:sldId id="286" r:id="rId5"/>
    <p:sldId id="285" r:id="rId6"/>
    <p:sldId id="287" r:id="rId7"/>
    <p:sldId id="288" r:id="rId8"/>
    <p:sldId id="289" r:id="rId9"/>
    <p:sldId id="291" r:id="rId10"/>
    <p:sldId id="290" r:id="rId11"/>
    <p:sldId id="292" r:id="rId12"/>
    <p:sldId id="293" r:id="rId13"/>
    <p:sldId id="294" r:id="rId14"/>
    <p:sldId id="303" r:id="rId15"/>
    <p:sldId id="304" r:id="rId16"/>
    <p:sldId id="305" r:id="rId17"/>
    <p:sldId id="306" r:id="rId18"/>
    <p:sldId id="296" r:id="rId19"/>
    <p:sldId id="299" r:id="rId20"/>
    <p:sldId id="300" r:id="rId21"/>
    <p:sldId id="301" r:id="rId22"/>
    <p:sldId id="302" r:id="rId23"/>
    <p:sldId id="273" r:id="rId24"/>
    <p:sldId id="270"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3" d="2"/>
        <a:sy n="3" d="2"/>
      </p:scale>
      <p:origin x="0" y="0"/>
    </p:cViewPr>
  </p:notesTextViewPr>
  <p:notesViewPr>
    <p:cSldViewPr snapToGrid="0">
      <p:cViewPr varScale="1">
        <p:scale>
          <a:sx n="76" d="100"/>
          <a:sy n="76" d="100"/>
        </p:scale>
        <p:origin x="1680"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D2DDA-69D8-473F-A583-B6774B31A77B}" type="datetimeFigureOut">
              <a:rPr lang="en-US"/>
              <a:t>1/17/2025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92CCB-FF08-4D29-8DA3-E1FD86044808}" type="slidenum">
              <a:rPr/>
              <a:t>‹#›</a:t>
            </a:fld>
            <a:endParaRPr/>
          </a:p>
        </p:txBody>
      </p:sp>
    </p:spTree>
    <p:extLst>
      <p:ext uri="{BB962C8B-B14F-4D97-AF65-F5344CB8AC3E}">
        <p14:creationId xmlns:p14="http://schemas.microsoft.com/office/powerpoint/2010/main" val="1662153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1F6DFB-6833-46E4-B515-70E0D9178056}" type="datetimeFigureOut">
              <a:rPr lang="en-US"/>
              <a:t>1/17/2025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706C7-F2C3-48B6-8A22-C484D800B5D4}" type="slidenum">
              <a:rPr/>
              <a:t>‹#›</a:t>
            </a:fld>
            <a:endParaRPr/>
          </a:p>
        </p:txBody>
      </p:sp>
    </p:spTree>
    <p:extLst>
      <p:ext uri="{BB962C8B-B14F-4D97-AF65-F5344CB8AC3E}">
        <p14:creationId xmlns:p14="http://schemas.microsoft.com/office/powerpoint/2010/main" val="59950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
          <p:cNvGrpSpPr/>
          <p:nvPr/>
        </p:nvGrpSpPr>
        <p:grpSpPr>
          <a:xfrm>
            <a:off x="-2" y="295863"/>
            <a:ext cx="12188827" cy="6323264"/>
            <a:chOff x="-2" y="295863"/>
            <a:chExt cx="12188827" cy="6323264"/>
          </a:xfrm>
        </p:grpSpPr>
        <p:sp>
          <p:nvSpPr>
            <p:cNvPr id="33" name="Rectangle 32"/>
            <p:cNvSpPr/>
            <p:nvPr/>
          </p:nvSpPr>
          <p:spPr>
            <a:xfrm>
              <a:off x="-1" y="1905000"/>
              <a:ext cx="12188826" cy="320040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34" name="Rectangle 33"/>
            <p:cNvSpPr/>
            <p:nvPr/>
          </p:nvSpPr>
          <p:spPr>
            <a:xfrm>
              <a:off x="-2" y="1795132"/>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35" name="Rectangle 34"/>
            <p:cNvSpPr/>
            <p:nvPr/>
          </p:nvSpPr>
          <p:spPr>
            <a:xfrm>
              <a:off x="-2" y="5142116"/>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36" name="Oval 2"/>
            <p:cNvSpPr>
              <a:spLocks noChangeArrowheads="1"/>
            </p:cNvSpPr>
            <p:nvPr/>
          </p:nvSpPr>
          <p:spPr bwMode="grayWhite">
            <a:xfrm>
              <a:off x="534293" y="5791419"/>
              <a:ext cx="716336" cy="739723"/>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Oval 3"/>
            <p:cNvSpPr>
              <a:spLocks noChangeArrowheads="1"/>
            </p:cNvSpPr>
            <p:nvPr/>
          </p:nvSpPr>
          <p:spPr bwMode="grayWhite">
            <a:xfrm>
              <a:off x="696482" y="5958903"/>
              <a:ext cx="106437" cy="109912"/>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38" name="Oval 5"/>
            <p:cNvSpPr>
              <a:spLocks noChangeArrowheads="1"/>
            </p:cNvSpPr>
            <p:nvPr/>
          </p:nvSpPr>
          <p:spPr bwMode="grayWhite">
            <a:xfrm>
              <a:off x="213400" y="5778215"/>
              <a:ext cx="310863" cy="32101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Oval 6"/>
            <p:cNvSpPr>
              <a:spLocks noChangeArrowheads="1"/>
            </p:cNvSpPr>
            <p:nvPr/>
          </p:nvSpPr>
          <p:spPr bwMode="grayWhite">
            <a:xfrm>
              <a:off x="284358" y="5851489"/>
              <a:ext cx="40547" cy="41871"/>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0" name="Oval 8"/>
            <p:cNvSpPr>
              <a:spLocks noChangeArrowheads="1"/>
            </p:cNvSpPr>
            <p:nvPr/>
          </p:nvSpPr>
          <p:spPr bwMode="grayWhite">
            <a:xfrm>
              <a:off x="10486137" y="5404864"/>
              <a:ext cx="473052" cy="488496"/>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Oval 9"/>
            <p:cNvSpPr>
              <a:spLocks noChangeArrowheads="1"/>
            </p:cNvSpPr>
            <p:nvPr/>
          </p:nvSpPr>
          <p:spPr bwMode="grayWhite">
            <a:xfrm>
              <a:off x="10594263" y="5516520"/>
              <a:ext cx="65889" cy="68041"/>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2" name="Oval 11"/>
            <p:cNvSpPr>
              <a:spLocks noChangeArrowheads="1"/>
            </p:cNvSpPr>
            <p:nvPr/>
          </p:nvSpPr>
          <p:spPr bwMode="grayWhite">
            <a:xfrm>
              <a:off x="6575012" y="6214373"/>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Oval 12"/>
            <p:cNvSpPr>
              <a:spLocks noChangeArrowheads="1"/>
            </p:cNvSpPr>
            <p:nvPr/>
          </p:nvSpPr>
          <p:spPr bwMode="grayWhite">
            <a:xfrm>
              <a:off x="6664554" y="6306838"/>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4" name="Oval 14"/>
            <p:cNvSpPr>
              <a:spLocks noChangeArrowheads="1"/>
            </p:cNvSpPr>
            <p:nvPr/>
          </p:nvSpPr>
          <p:spPr bwMode="grayWhite">
            <a:xfrm>
              <a:off x="3520863" y="5733822"/>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Oval 15"/>
            <p:cNvSpPr>
              <a:spLocks noChangeArrowheads="1"/>
            </p:cNvSpPr>
            <p:nvPr/>
          </p:nvSpPr>
          <p:spPr bwMode="grayWhite">
            <a:xfrm>
              <a:off x="3610405" y="5826287"/>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6" name="Oval 17"/>
            <p:cNvSpPr>
              <a:spLocks noChangeArrowheads="1"/>
            </p:cNvSpPr>
            <p:nvPr/>
          </p:nvSpPr>
          <p:spPr bwMode="grayWhite">
            <a:xfrm>
              <a:off x="5845161" y="295863"/>
              <a:ext cx="716336" cy="739723"/>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Oval 18"/>
            <p:cNvSpPr>
              <a:spLocks noChangeArrowheads="1"/>
            </p:cNvSpPr>
            <p:nvPr/>
          </p:nvSpPr>
          <p:spPr bwMode="grayWhite">
            <a:xfrm>
              <a:off x="6007350" y="463347"/>
              <a:ext cx="106437" cy="109912"/>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48" name="Oval 20"/>
            <p:cNvSpPr>
              <a:spLocks noChangeArrowheads="1"/>
            </p:cNvSpPr>
            <p:nvPr/>
          </p:nvSpPr>
          <p:spPr bwMode="grayWhite">
            <a:xfrm>
              <a:off x="5439688" y="630832"/>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Oval 21"/>
            <p:cNvSpPr>
              <a:spLocks noChangeArrowheads="1"/>
            </p:cNvSpPr>
            <p:nvPr/>
          </p:nvSpPr>
          <p:spPr bwMode="grayWhite">
            <a:xfrm>
              <a:off x="5529230" y="723297"/>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0" name="Oval 23"/>
            <p:cNvSpPr>
              <a:spLocks noChangeArrowheads="1"/>
            </p:cNvSpPr>
            <p:nvPr/>
          </p:nvSpPr>
          <p:spPr bwMode="grayWhite">
            <a:xfrm>
              <a:off x="6575012" y="295863"/>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Oval 24"/>
            <p:cNvSpPr>
              <a:spLocks noChangeArrowheads="1"/>
            </p:cNvSpPr>
            <p:nvPr/>
          </p:nvSpPr>
          <p:spPr bwMode="grayWhite">
            <a:xfrm>
              <a:off x="6664554" y="388328"/>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2" name="Oval 26"/>
            <p:cNvSpPr>
              <a:spLocks noChangeArrowheads="1"/>
            </p:cNvSpPr>
            <p:nvPr/>
          </p:nvSpPr>
          <p:spPr bwMode="grayWhite">
            <a:xfrm>
              <a:off x="11218217" y="589639"/>
              <a:ext cx="554146" cy="572239"/>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Oval 27"/>
            <p:cNvSpPr>
              <a:spLocks noChangeArrowheads="1"/>
            </p:cNvSpPr>
            <p:nvPr/>
          </p:nvSpPr>
          <p:spPr bwMode="grayWhite">
            <a:xfrm>
              <a:off x="11344927" y="720486"/>
              <a:ext cx="79405" cy="8199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4" name="Oval 29"/>
            <p:cNvSpPr>
              <a:spLocks noChangeArrowheads="1"/>
            </p:cNvSpPr>
            <p:nvPr/>
          </p:nvSpPr>
          <p:spPr bwMode="grayWhite">
            <a:xfrm>
              <a:off x="11312827" y="1372978"/>
              <a:ext cx="229768" cy="237270"/>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Oval 30"/>
            <p:cNvSpPr>
              <a:spLocks noChangeArrowheads="1"/>
            </p:cNvSpPr>
            <p:nvPr/>
          </p:nvSpPr>
          <p:spPr bwMode="grayWhite">
            <a:xfrm>
              <a:off x="11366890" y="1428806"/>
              <a:ext cx="27032" cy="27914"/>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6" name="Oval 32"/>
            <p:cNvSpPr>
              <a:spLocks noChangeArrowheads="1"/>
            </p:cNvSpPr>
            <p:nvPr/>
          </p:nvSpPr>
          <p:spPr bwMode="grayWhite">
            <a:xfrm>
              <a:off x="1303864" y="669938"/>
              <a:ext cx="554146" cy="572239"/>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Oval 33"/>
            <p:cNvSpPr>
              <a:spLocks noChangeArrowheads="1"/>
            </p:cNvSpPr>
            <p:nvPr/>
          </p:nvSpPr>
          <p:spPr bwMode="grayWhite">
            <a:xfrm>
              <a:off x="1428885" y="799041"/>
              <a:ext cx="81095" cy="83742"/>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sp>
          <p:nvSpPr>
            <p:cNvPr id="58" name="Oval 35"/>
            <p:cNvSpPr>
              <a:spLocks noChangeArrowheads="1"/>
            </p:cNvSpPr>
            <p:nvPr/>
          </p:nvSpPr>
          <p:spPr bwMode="grayWhite">
            <a:xfrm>
              <a:off x="1871526" y="837422"/>
              <a:ext cx="391957" cy="40475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Oval 36"/>
            <p:cNvSpPr>
              <a:spLocks noChangeArrowheads="1"/>
            </p:cNvSpPr>
            <p:nvPr/>
          </p:nvSpPr>
          <p:spPr bwMode="grayWhite">
            <a:xfrm>
              <a:off x="1961068" y="929887"/>
              <a:ext cx="54063" cy="55828"/>
            </a:xfrm>
            <a:prstGeom prst="ellipse">
              <a:avLst/>
            </a:prstGeom>
            <a:solidFill>
              <a:schemeClr val="accent1">
                <a:lumMod val="60000"/>
                <a:lumOff val="40000"/>
              </a:schemeClr>
            </a:solidFill>
            <a:ln w="12700">
              <a:noFill/>
              <a:round/>
              <a:headEnd/>
              <a:tailEnd/>
            </a:ln>
            <a:effectLst/>
          </p:spPr>
          <p:txBody>
            <a:bodyPr wrap="none" anchor="ctr"/>
            <a:lstStyle/>
            <a:p>
              <a:endParaRPr lang="en-US"/>
            </a:p>
          </p:txBody>
        </p:sp>
      </p:grpSp>
      <p:sp>
        <p:nvSpPr>
          <p:cNvPr id="2" name="Title 1"/>
          <p:cNvSpPr>
            <a:spLocks noGrp="1"/>
          </p:cNvSpPr>
          <p:nvPr>
            <p:ph type="ctrTitle"/>
          </p:nvPr>
        </p:nvSpPr>
        <p:spPr>
          <a:xfrm>
            <a:off x="1295400" y="2079812"/>
            <a:ext cx="9601200" cy="1724092"/>
          </a:xfrm>
        </p:spPr>
        <p:txBody>
          <a:bodyPr anchor="b"/>
          <a:lstStyle>
            <a:lvl1pPr algn="ctr">
              <a:defRPr sz="5400">
                <a:solidFill>
                  <a:schemeClr val="tx2"/>
                </a:solidFill>
              </a:defRPr>
            </a:lvl1pPr>
          </a:lstStyle>
          <a:p>
            <a:r>
              <a:rPr lang="en-US"/>
              <a:t>Click to edit Master title style</a:t>
            </a:r>
            <a:endParaRPr/>
          </a:p>
        </p:txBody>
      </p:sp>
      <p:sp>
        <p:nvSpPr>
          <p:cNvPr id="3" name="Subtitle 2"/>
          <p:cNvSpPr>
            <a:spLocks noGrp="1"/>
          </p:cNvSpPr>
          <p:nvPr>
            <p:ph type="subTitle" idx="1"/>
          </p:nvPr>
        </p:nvSpPr>
        <p:spPr>
          <a:xfrm>
            <a:off x="1295400" y="3959352"/>
            <a:ext cx="9601200" cy="914400"/>
          </a:xfrm>
        </p:spPr>
        <p:txBody>
          <a:bodyPr>
            <a:normAutofit/>
          </a:bodyPr>
          <a:lstStyle>
            <a:lvl1pPr marL="0" indent="0" algn="ctr">
              <a:spcBef>
                <a:spcPts val="0"/>
              </a:spcBef>
              <a:buNone/>
              <a:defRPr sz="2000">
                <a:solidFill>
                  <a:schemeClr val="tx2"/>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2E223D7-2A27-4B34-A31C-02090805ABAC}" type="datetime1">
              <a:rPr lang="en-US" smtClean="0"/>
              <a:t>1/17/2025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pPr/>
              <a:t>‹#›</a:t>
            </a:fld>
            <a:endParaRPr lang="en-US"/>
          </a:p>
        </p:txBody>
      </p:sp>
    </p:spTree>
    <p:extLst>
      <p:ext uri="{BB962C8B-B14F-4D97-AF65-F5344CB8AC3E}">
        <p14:creationId xmlns:p14="http://schemas.microsoft.com/office/powerpoint/2010/main" val="380891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FC7548-FD58-4384-A951-C87160C229EB}" type="datetime1">
              <a:rPr lang="en-US" smtClean="0"/>
              <a:t>1/17/2025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3419496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0" y="2130552"/>
            <a:ext cx="9601200" cy="2359152"/>
          </a:xfrm>
        </p:spPr>
        <p:txBody>
          <a:bodyPr anchor="b">
            <a:normAutofit/>
          </a:bodyPr>
          <a:lstStyle>
            <a:lvl1pPr algn="ctr">
              <a:defRPr sz="5400" b="1"/>
            </a:lvl1pPr>
          </a:lstStyle>
          <a:p>
            <a:r>
              <a:rPr lang="en-US"/>
              <a:t>Click to edit Master title style</a:t>
            </a:r>
            <a:endParaRPr/>
          </a:p>
        </p:txBody>
      </p:sp>
      <p:sp>
        <p:nvSpPr>
          <p:cNvPr id="3" name="Text Placeholder 2"/>
          <p:cNvSpPr>
            <a:spLocks noGrp="1"/>
          </p:cNvSpPr>
          <p:nvPr>
            <p:ph type="body" idx="1"/>
          </p:nvPr>
        </p:nvSpPr>
        <p:spPr>
          <a:xfrm>
            <a:off x="1295400" y="4572000"/>
            <a:ext cx="9601200" cy="841248"/>
          </a:xfrm>
        </p:spPr>
        <p:txBody>
          <a:bodyPr anchor="t"/>
          <a:lstStyle>
            <a:lvl1pPr marL="0" indent="0" algn="ctr">
              <a:spcBef>
                <a:spcPts val="0"/>
              </a:spcBef>
              <a:buNone/>
              <a:defRPr sz="20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C6E13194-3577-4D3C-A927-FE879CBA54D5}" type="datetime1">
              <a:rPr lang="en-US" smtClean="0"/>
              <a:t>1/17/2025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419080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341120" y="1901952"/>
            <a:ext cx="4572000" cy="4123944"/>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a:lvl5pPr>
            <a:lvl6pPr>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we</a:t>
            </a:r>
          </a:p>
          <a:p>
            <a:pPr lvl="5"/>
            <a:endParaRPr dirty="0"/>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5B9DC53B-D6DF-4D88-8598-DAA646F1ABC6}" type="datetime1">
              <a:rPr lang="en-US" smtClean="0"/>
              <a:t>1/17/2025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347921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6F13985-7297-49C2-8AF7-445853E5DC92}" type="datetime1">
              <a:rPr lang="en-US" smtClean="0"/>
              <a:t>1/17/2025</a:t>
            </a:fld>
            <a:endParaRPr lang="en-US"/>
          </a:p>
        </p:txBody>
      </p:sp>
      <p:sp>
        <p:nvSpPr>
          <p:cNvPr id="9" name="Slide Number Placeholder 8"/>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152600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3A7CB2E-E929-49CA-BA6D-3C562126F566}" type="datetime1">
              <a:rPr lang="en-US" smtClean="0"/>
              <a:t>1/17/2025</a:t>
            </a:fld>
            <a:endParaRPr lang="en-US"/>
          </a:p>
        </p:txBody>
      </p:sp>
      <p:sp>
        <p:nvSpPr>
          <p:cNvPr id="5" name="Slide Number Placeholder 4"/>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460836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p:cNvGrpSpPr/>
          <p:nvPr/>
        </p:nvGrpSpPr>
        <p:grpSpPr>
          <a:xfrm flipV="1">
            <a:off x="1585" y="0"/>
            <a:ext cx="12188827" cy="377952"/>
            <a:chOff x="-1" y="6480048"/>
            <a:chExt cx="12188827" cy="377952"/>
          </a:xfrm>
        </p:grpSpPr>
        <p:sp>
          <p:nvSpPr>
            <p:cNvPr id="6" name="Rectangle 5"/>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7" name="Rectangle 6"/>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1927CFE0-ED18-4B5C-AA30-B675E1042721}" type="datetime1">
              <a:rPr lang="en-US" smtClean="0"/>
              <a:t>1/17/2025</a:t>
            </a:fld>
            <a:endParaRPr lang="en-US"/>
          </a:p>
        </p:txBody>
      </p:sp>
      <p:sp>
        <p:nvSpPr>
          <p:cNvPr id="4" name="Slide Number Placeholder 3"/>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220604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flipV="1">
            <a:off x="1585" y="0"/>
            <a:ext cx="12188827" cy="377952"/>
            <a:chOff x="-1" y="6480048"/>
            <a:chExt cx="12188827" cy="377952"/>
          </a:xfrm>
        </p:grpSpPr>
        <p:sp>
          <p:nvSpPr>
            <p:cNvPr id="9" name="Rectangle 8"/>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10" name="Rectangle 9"/>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7470648" y="2350008"/>
            <a:ext cx="4206240" cy="1993392"/>
          </a:xfrm>
        </p:spPr>
        <p:txBody>
          <a:bodyPr anchor="b">
            <a:normAutofit/>
          </a:bodyPr>
          <a:lstStyle>
            <a:lvl1pPr>
              <a:defRPr sz="3400" b="1"/>
            </a:lvl1pPr>
          </a:lstStyle>
          <a:p>
            <a:r>
              <a:rPr lang="en-US"/>
              <a:t>Click to edit Master title style</a:t>
            </a:r>
            <a:endParaRPr/>
          </a:p>
        </p:txBody>
      </p:sp>
      <p:sp>
        <p:nvSpPr>
          <p:cNvPr id="3" name="Content Placeholder 2"/>
          <p:cNvSpPr>
            <a:spLocks noGrp="1"/>
          </p:cNvSpPr>
          <p:nvPr>
            <p:ph idx="1"/>
          </p:nvPr>
        </p:nvSpPr>
        <p:spPr>
          <a:xfrm>
            <a:off x="457200" y="758952"/>
            <a:ext cx="6629400" cy="5330952"/>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470648" y="4361688"/>
            <a:ext cx="4206240" cy="1728216"/>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1E43BAAB-3A39-450E-9B38-6FB42E71A3AF}" type="datetime1">
              <a:rPr lang="en-US" smtClean="0"/>
              <a:t>1/17/2025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148056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flipV="1">
            <a:off x="1585" y="0"/>
            <a:ext cx="12188827" cy="377952"/>
            <a:chOff x="-1" y="6480048"/>
            <a:chExt cx="12188827" cy="377952"/>
          </a:xfrm>
        </p:grpSpPr>
        <p:sp>
          <p:nvSpPr>
            <p:cNvPr id="9" name="Rectangle 8"/>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10" name="Rectangle 9"/>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7470648" y="2350008"/>
            <a:ext cx="4206240" cy="1993392"/>
          </a:xfrm>
        </p:spPr>
        <p:txBody>
          <a:bodyPr anchor="b">
            <a:normAutofit/>
          </a:bodyPr>
          <a:lstStyle>
            <a:lvl1pPr>
              <a:defRPr sz="3400" b="1"/>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50811" y="506104"/>
            <a:ext cx="6858002" cy="5843016"/>
          </a:xfrm>
          <a:solidFill>
            <a:schemeClr val="accent1">
              <a:lumMod val="40000"/>
              <a:lumOff val="60000"/>
            </a:schemeClr>
          </a:solidFill>
        </p:spPr>
        <p:txBody>
          <a:bodyPr>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470648" y="4361688"/>
            <a:ext cx="4206240" cy="1728216"/>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50EE0331-03F7-4310-9C27-C65B2378D791}" type="datetime1">
              <a:rPr lang="en-US" smtClean="0"/>
              <a:t>1/17/2025</a:t>
            </a:fld>
            <a:endParaRPr lang="en-US"/>
          </a:p>
        </p:txBody>
      </p:sp>
      <p:sp>
        <p:nvSpPr>
          <p:cNvPr id="7" name="Slide Number Placeholder 6"/>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1009572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602F1F3-2254-4E04-B960-C1DB42B67330}" type="datetime1">
              <a:rPr lang="en-US" smtClean="0"/>
              <a:t>1/17/2025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404470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425D0DE7-A14C-48CB-AB8E-D3357522F5F2}" type="datetime1">
              <a:rPr lang="en-US" smtClean="0"/>
              <a:t>1/17/2025</a:t>
            </a:fld>
            <a:endParaRPr lang="en-US"/>
          </a:p>
        </p:txBody>
      </p:sp>
      <p:sp>
        <p:nvSpPr>
          <p:cNvPr id="6" name="Slide Number Placeholder 5"/>
          <p:cNvSpPr>
            <a:spLocks noGrp="1"/>
          </p:cNvSpPr>
          <p:nvPr>
            <p:ph type="sldNum" sz="quarter" idx="12"/>
          </p:nvPr>
        </p:nvSpPr>
        <p:spPr/>
        <p:txBody>
          <a:bodyPr/>
          <a:lstStyle/>
          <a:p>
            <a:fld id="{FC749032-2A07-4AE8-BA90-74324CAE0C87}" type="slidenum">
              <a:rPr lang="en-US" smtClean="0"/>
              <a:t>‹#›</a:t>
            </a:fld>
            <a:endParaRPr lang="en-US"/>
          </a:p>
        </p:txBody>
      </p:sp>
    </p:spTree>
    <p:extLst>
      <p:ext uri="{BB962C8B-B14F-4D97-AF65-F5344CB8AC3E}">
        <p14:creationId xmlns:p14="http://schemas.microsoft.com/office/powerpoint/2010/main" val="82552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1">
        <a:schemeClr val="bg1"/>
      </p:bgRef>
    </p:bg>
    <p:spTree>
      <p:nvGrpSpPr>
        <p:cNvPr id="1" name=""/>
        <p:cNvGrpSpPr/>
        <p:nvPr/>
      </p:nvGrpSpPr>
      <p:grpSpPr>
        <a:xfrm>
          <a:off x="0" y="0"/>
          <a:ext cx="0" cy="0"/>
          <a:chOff x="0" y="0"/>
          <a:chExt cx="0" cy="0"/>
        </a:xfrm>
      </p:grpSpPr>
      <p:grpSp>
        <p:nvGrpSpPr>
          <p:cNvPr id="163" name="Group 162"/>
          <p:cNvGrpSpPr/>
          <p:nvPr/>
        </p:nvGrpSpPr>
        <p:grpSpPr>
          <a:xfrm>
            <a:off x="7873" y="-19258"/>
            <a:ext cx="12188953" cy="6869723"/>
            <a:chOff x="7873" y="-19258"/>
            <a:chExt cx="12188953" cy="6869723"/>
          </a:xfrm>
        </p:grpSpPr>
        <p:sp>
          <p:nvSpPr>
            <p:cNvPr id="10" name="Rectangle 9"/>
            <p:cNvSpPr/>
            <p:nvPr/>
          </p:nvSpPr>
          <p:spPr>
            <a:xfrm>
              <a:off x="7873" y="-19258"/>
              <a:ext cx="12188952" cy="6858000"/>
            </a:xfrm>
            <a:prstGeom prst="rect">
              <a:avLst/>
            </a:prstGeom>
            <a:gradFill>
              <a:gsLst>
                <a:gs pos="0">
                  <a:schemeClr val="accent1">
                    <a:lumMod val="20000"/>
                    <a:lumOff val="80000"/>
                  </a:schemeClr>
                </a:gs>
                <a:gs pos="74000">
                  <a:schemeClr val="accent1">
                    <a:lumMod val="40000"/>
                    <a:lumOff val="60000"/>
                  </a:schemeClr>
                </a:gs>
                <a:gs pos="100000">
                  <a:schemeClr val="accent1">
                    <a:lumMod val="60000"/>
                    <a:lumOff val="40000"/>
                  </a:schemeClr>
                </a:gs>
              </a:gsLst>
              <a:lin ang="5400000" scaled="1"/>
            </a:gradFill>
            <a:ln>
              <a:no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dirty="0"/>
            </a:p>
          </p:txBody>
        </p:sp>
        <p:grpSp>
          <p:nvGrpSpPr>
            <p:cNvPr id="9" name="Group 8"/>
            <p:cNvGrpSpPr/>
            <p:nvPr/>
          </p:nvGrpSpPr>
          <p:grpSpPr>
            <a:xfrm>
              <a:off x="7999" y="6472513"/>
              <a:ext cx="12188827" cy="377952"/>
              <a:chOff x="-1" y="6480048"/>
              <a:chExt cx="12188827" cy="377952"/>
            </a:xfrm>
          </p:grpSpPr>
          <p:sp>
            <p:nvSpPr>
              <p:cNvPr id="7" name="Rectangle 6"/>
              <p:cNvSpPr/>
              <p:nvPr/>
            </p:nvSpPr>
            <p:spPr>
              <a:xfrm>
                <a:off x="0" y="6583680"/>
                <a:ext cx="12188826" cy="274320"/>
              </a:xfrm>
              <a:prstGeom prst="rect">
                <a:avLst/>
              </a:prstGeom>
              <a:gradFill flip="none" rotWithShape="1">
                <a:gsLst>
                  <a:gs pos="100000">
                    <a:schemeClr val="accent1">
                      <a:alpha val="50000"/>
                    </a:schemeClr>
                  </a:gs>
                  <a:gs pos="0">
                    <a:schemeClr val="accent1">
                      <a:lumMod val="60000"/>
                      <a:lumOff val="40000"/>
                      <a:alpha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sp>
            <p:nvSpPr>
              <p:cNvPr id="8" name="Rectangle 7"/>
              <p:cNvSpPr/>
              <p:nvPr/>
            </p:nvSpPr>
            <p:spPr>
              <a:xfrm>
                <a:off x="-1" y="6480048"/>
                <a:ext cx="12188826" cy="73152"/>
              </a:xfrm>
              <a:prstGeom prst="rect">
                <a:avLst/>
              </a:prstGeom>
              <a:gradFill flip="none" rotWithShape="1">
                <a:gsLst>
                  <a:gs pos="100000">
                    <a:schemeClr val="accent1">
                      <a:alpha val="80000"/>
                    </a:schemeClr>
                  </a:gs>
                  <a:gs pos="0">
                    <a:schemeClr val="accent1">
                      <a:lumMod val="60000"/>
                      <a:lumOff val="40000"/>
                      <a:alpha val="8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a:p>
            </p:txBody>
          </p:sp>
        </p:grpSp>
        <p:grpSp>
          <p:nvGrpSpPr>
            <p:cNvPr id="48" name="Group 47" hidden="1"/>
            <p:cNvGrpSpPr/>
            <p:nvPr/>
          </p:nvGrpSpPr>
          <p:grpSpPr>
            <a:xfrm>
              <a:off x="14350" y="-7605"/>
              <a:ext cx="11722100" cy="6536383"/>
              <a:chOff x="6350" y="6350"/>
              <a:chExt cx="11722100" cy="6536383"/>
            </a:xfrm>
          </p:grpSpPr>
          <p:grpSp>
            <p:nvGrpSpPr>
              <p:cNvPr id="11" name="Group 9"/>
              <p:cNvGrpSpPr>
                <a:grpSpLocks/>
              </p:cNvGrpSpPr>
              <p:nvPr/>
            </p:nvGrpSpPr>
            <p:grpSpPr bwMode="auto">
              <a:xfrm>
                <a:off x="6350" y="5340350"/>
                <a:ext cx="673100" cy="673100"/>
                <a:chOff x="4" y="3364"/>
                <a:chExt cx="424" cy="424"/>
              </a:xfrm>
            </p:grpSpPr>
            <p:sp>
              <p:nvSpPr>
                <p:cNvPr id="45" name="Oval 7"/>
                <p:cNvSpPr>
                  <a:spLocks noChangeArrowheads="1"/>
                </p:cNvSpPr>
                <p:nvPr/>
              </p:nvSpPr>
              <p:spPr bwMode="grayWhite">
                <a:xfrm>
                  <a:off x="4" y="3364"/>
                  <a:ext cx="424" cy="42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Oval 8"/>
                <p:cNvSpPr>
                  <a:spLocks noChangeArrowheads="1"/>
                </p:cNvSpPr>
                <p:nvPr/>
              </p:nvSpPr>
              <p:spPr bwMode="grayWhite">
                <a:xfrm>
                  <a:off x="100" y="3460"/>
                  <a:ext cx="63" cy="63"/>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2" name="Group 12"/>
              <p:cNvGrpSpPr>
                <a:grpSpLocks/>
              </p:cNvGrpSpPr>
              <p:nvPr/>
            </p:nvGrpSpPr>
            <p:grpSpPr bwMode="auto">
              <a:xfrm>
                <a:off x="539750" y="5873750"/>
                <a:ext cx="292100" cy="292100"/>
                <a:chOff x="340" y="3700"/>
                <a:chExt cx="184" cy="184"/>
              </a:xfrm>
            </p:grpSpPr>
            <p:sp>
              <p:nvSpPr>
                <p:cNvPr id="43" name="Oval 10"/>
                <p:cNvSpPr>
                  <a:spLocks noChangeArrowheads="1"/>
                </p:cNvSpPr>
                <p:nvPr/>
              </p:nvSpPr>
              <p:spPr bwMode="grayWhite">
                <a:xfrm>
                  <a:off x="340" y="3700"/>
                  <a:ext cx="184" cy="18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Oval 11"/>
                <p:cNvSpPr>
                  <a:spLocks noChangeArrowheads="1"/>
                </p:cNvSpPr>
                <p:nvPr/>
              </p:nvSpPr>
              <p:spPr bwMode="grayWhite">
                <a:xfrm>
                  <a:off x="382" y="3742"/>
                  <a:ext cx="24" cy="24"/>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3" name="Group 15"/>
              <p:cNvGrpSpPr>
                <a:grpSpLocks/>
              </p:cNvGrpSpPr>
              <p:nvPr/>
            </p:nvGrpSpPr>
            <p:grpSpPr bwMode="auto">
              <a:xfrm>
                <a:off x="131763" y="6038850"/>
                <a:ext cx="444500" cy="444500"/>
                <a:chOff x="83" y="3804"/>
                <a:chExt cx="280" cy="280"/>
              </a:xfrm>
            </p:grpSpPr>
            <p:sp>
              <p:nvSpPr>
                <p:cNvPr id="41" name="Oval 13"/>
                <p:cNvSpPr>
                  <a:spLocks noChangeArrowheads="1"/>
                </p:cNvSpPr>
                <p:nvPr/>
              </p:nvSpPr>
              <p:spPr bwMode="grayWhite">
                <a:xfrm>
                  <a:off x="83" y="3804"/>
                  <a:ext cx="280" cy="280"/>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Oval 14"/>
                <p:cNvSpPr>
                  <a:spLocks noChangeArrowheads="1"/>
                </p:cNvSpPr>
                <p:nvPr/>
              </p:nvSpPr>
              <p:spPr bwMode="grayWhite">
                <a:xfrm>
                  <a:off x="147" y="3868"/>
                  <a:ext cx="39" cy="39"/>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4" name="Group 18"/>
              <p:cNvGrpSpPr>
                <a:grpSpLocks/>
              </p:cNvGrpSpPr>
              <p:nvPr/>
            </p:nvGrpSpPr>
            <p:grpSpPr bwMode="auto">
              <a:xfrm>
                <a:off x="2476500" y="6174433"/>
                <a:ext cx="368300" cy="368300"/>
                <a:chOff x="1560" y="4076"/>
                <a:chExt cx="232" cy="232"/>
              </a:xfrm>
            </p:grpSpPr>
            <p:sp>
              <p:nvSpPr>
                <p:cNvPr id="39" name="Oval 16"/>
                <p:cNvSpPr>
                  <a:spLocks noChangeArrowheads="1"/>
                </p:cNvSpPr>
                <p:nvPr/>
              </p:nvSpPr>
              <p:spPr bwMode="grayWhite">
                <a:xfrm>
                  <a:off x="1560" y="4076"/>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Oval 17"/>
                <p:cNvSpPr>
                  <a:spLocks noChangeArrowheads="1"/>
                </p:cNvSpPr>
                <p:nvPr/>
              </p:nvSpPr>
              <p:spPr bwMode="grayWhite">
                <a:xfrm>
                  <a:off x="1613" y="4129"/>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 name="Group 21"/>
              <p:cNvGrpSpPr>
                <a:grpSpLocks/>
              </p:cNvGrpSpPr>
              <p:nvPr/>
            </p:nvGrpSpPr>
            <p:grpSpPr bwMode="auto">
              <a:xfrm>
                <a:off x="6350" y="4425950"/>
                <a:ext cx="368300" cy="368300"/>
                <a:chOff x="4" y="2788"/>
                <a:chExt cx="232" cy="232"/>
              </a:xfrm>
            </p:grpSpPr>
            <p:sp>
              <p:nvSpPr>
                <p:cNvPr id="37" name="Oval 19"/>
                <p:cNvSpPr>
                  <a:spLocks noChangeArrowheads="1"/>
                </p:cNvSpPr>
                <p:nvPr/>
              </p:nvSpPr>
              <p:spPr bwMode="grayWhite">
                <a:xfrm>
                  <a:off x="4" y="2788"/>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Oval 20"/>
                <p:cNvSpPr>
                  <a:spLocks noChangeArrowheads="1"/>
                </p:cNvSpPr>
                <p:nvPr/>
              </p:nvSpPr>
              <p:spPr bwMode="grayWhite">
                <a:xfrm>
                  <a:off x="57" y="2841"/>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 name="Group 24"/>
              <p:cNvGrpSpPr>
                <a:grpSpLocks/>
              </p:cNvGrpSpPr>
              <p:nvPr/>
            </p:nvGrpSpPr>
            <p:grpSpPr bwMode="auto">
              <a:xfrm>
                <a:off x="10674350" y="5808663"/>
                <a:ext cx="673100" cy="673100"/>
                <a:chOff x="4132" y="3844"/>
                <a:chExt cx="424" cy="424"/>
              </a:xfrm>
            </p:grpSpPr>
            <p:sp>
              <p:nvSpPr>
                <p:cNvPr id="35" name="Oval 22"/>
                <p:cNvSpPr>
                  <a:spLocks noChangeArrowheads="1"/>
                </p:cNvSpPr>
                <p:nvPr/>
              </p:nvSpPr>
              <p:spPr bwMode="grayWhite">
                <a:xfrm>
                  <a:off x="4132" y="3844"/>
                  <a:ext cx="424" cy="424"/>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Oval 23"/>
                <p:cNvSpPr>
                  <a:spLocks noChangeArrowheads="1"/>
                </p:cNvSpPr>
                <p:nvPr/>
              </p:nvSpPr>
              <p:spPr bwMode="grayWhite">
                <a:xfrm>
                  <a:off x="4228" y="3940"/>
                  <a:ext cx="63" cy="63"/>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7" name="Group 27"/>
              <p:cNvGrpSpPr>
                <a:grpSpLocks/>
              </p:cNvGrpSpPr>
              <p:nvPr/>
            </p:nvGrpSpPr>
            <p:grpSpPr bwMode="auto">
              <a:xfrm>
                <a:off x="10293350" y="6113463"/>
                <a:ext cx="368300" cy="368300"/>
                <a:chOff x="3892" y="4036"/>
                <a:chExt cx="232" cy="232"/>
              </a:xfrm>
            </p:grpSpPr>
            <p:sp>
              <p:nvSpPr>
                <p:cNvPr id="33" name="Oval 25"/>
                <p:cNvSpPr>
                  <a:spLocks noChangeArrowheads="1"/>
                </p:cNvSpPr>
                <p:nvPr/>
              </p:nvSpPr>
              <p:spPr bwMode="grayWhite">
                <a:xfrm>
                  <a:off x="3892" y="4036"/>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Oval 26"/>
                <p:cNvSpPr>
                  <a:spLocks noChangeArrowheads="1"/>
                </p:cNvSpPr>
                <p:nvPr/>
              </p:nvSpPr>
              <p:spPr bwMode="grayWhite">
                <a:xfrm>
                  <a:off x="3945" y="4089"/>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8" name="Group 30"/>
              <p:cNvGrpSpPr>
                <a:grpSpLocks/>
              </p:cNvGrpSpPr>
              <p:nvPr/>
            </p:nvGrpSpPr>
            <p:grpSpPr bwMode="auto">
              <a:xfrm>
                <a:off x="11360150" y="5808663"/>
                <a:ext cx="368300" cy="368300"/>
                <a:chOff x="4564" y="3844"/>
                <a:chExt cx="232" cy="232"/>
              </a:xfrm>
            </p:grpSpPr>
            <p:sp>
              <p:nvSpPr>
                <p:cNvPr id="31" name="Oval 28"/>
                <p:cNvSpPr>
                  <a:spLocks noChangeArrowheads="1"/>
                </p:cNvSpPr>
                <p:nvPr/>
              </p:nvSpPr>
              <p:spPr bwMode="grayWhite">
                <a:xfrm>
                  <a:off x="4564" y="3844"/>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Oval 29"/>
                <p:cNvSpPr>
                  <a:spLocks noChangeArrowheads="1"/>
                </p:cNvSpPr>
                <p:nvPr/>
              </p:nvSpPr>
              <p:spPr bwMode="grayWhite">
                <a:xfrm>
                  <a:off x="4617" y="3897"/>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9" name="Group 33"/>
              <p:cNvGrpSpPr>
                <a:grpSpLocks/>
              </p:cNvGrpSpPr>
              <p:nvPr/>
            </p:nvGrpSpPr>
            <p:grpSpPr bwMode="auto">
              <a:xfrm>
                <a:off x="11087100" y="1901952"/>
                <a:ext cx="520700" cy="520700"/>
                <a:chOff x="5420" y="1139"/>
                <a:chExt cx="328" cy="328"/>
              </a:xfrm>
            </p:grpSpPr>
            <p:sp>
              <p:nvSpPr>
                <p:cNvPr id="29" name="Oval 31"/>
                <p:cNvSpPr>
                  <a:spLocks noChangeArrowheads="1"/>
                </p:cNvSpPr>
                <p:nvPr/>
              </p:nvSpPr>
              <p:spPr bwMode="grayWhite">
                <a:xfrm>
                  <a:off x="5420" y="1139"/>
                  <a:ext cx="328" cy="328"/>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Oval 32"/>
                <p:cNvSpPr>
                  <a:spLocks noChangeArrowheads="1"/>
                </p:cNvSpPr>
                <p:nvPr/>
              </p:nvSpPr>
              <p:spPr bwMode="grayWhite">
                <a:xfrm>
                  <a:off x="5495" y="1214"/>
                  <a:ext cx="47" cy="47"/>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 name="Group 36"/>
              <p:cNvGrpSpPr>
                <a:grpSpLocks/>
              </p:cNvGrpSpPr>
              <p:nvPr/>
            </p:nvGrpSpPr>
            <p:grpSpPr bwMode="auto">
              <a:xfrm>
                <a:off x="11176000" y="2614739"/>
                <a:ext cx="215900" cy="215900"/>
                <a:chOff x="5476" y="1588"/>
                <a:chExt cx="136" cy="136"/>
              </a:xfrm>
            </p:grpSpPr>
            <p:sp>
              <p:nvSpPr>
                <p:cNvPr id="27" name="Oval 34"/>
                <p:cNvSpPr>
                  <a:spLocks noChangeArrowheads="1"/>
                </p:cNvSpPr>
                <p:nvPr/>
              </p:nvSpPr>
              <p:spPr bwMode="grayWhite">
                <a:xfrm>
                  <a:off x="5476" y="1588"/>
                  <a:ext cx="136" cy="136"/>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Oval 35"/>
                <p:cNvSpPr>
                  <a:spLocks noChangeArrowheads="1"/>
                </p:cNvSpPr>
                <p:nvPr/>
              </p:nvSpPr>
              <p:spPr bwMode="grayWhite">
                <a:xfrm>
                  <a:off x="5508" y="1620"/>
                  <a:ext cx="16" cy="16"/>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 name="Group 39"/>
              <p:cNvGrpSpPr>
                <a:grpSpLocks/>
              </p:cNvGrpSpPr>
              <p:nvPr/>
            </p:nvGrpSpPr>
            <p:grpSpPr bwMode="auto">
              <a:xfrm>
                <a:off x="1377950" y="6350"/>
                <a:ext cx="520700" cy="520700"/>
                <a:chOff x="868" y="4"/>
                <a:chExt cx="328" cy="328"/>
              </a:xfrm>
            </p:grpSpPr>
            <p:sp>
              <p:nvSpPr>
                <p:cNvPr id="25" name="Oval 37"/>
                <p:cNvSpPr>
                  <a:spLocks noChangeArrowheads="1"/>
                </p:cNvSpPr>
                <p:nvPr/>
              </p:nvSpPr>
              <p:spPr bwMode="grayWhite">
                <a:xfrm>
                  <a:off x="868" y="4"/>
                  <a:ext cx="328" cy="328"/>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Oval 38"/>
                <p:cNvSpPr>
                  <a:spLocks noChangeArrowheads="1"/>
                </p:cNvSpPr>
                <p:nvPr/>
              </p:nvSpPr>
              <p:spPr bwMode="grayWhite">
                <a:xfrm>
                  <a:off x="942" y="78"/>
                  <a:ext cx="48" cy="48"/>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2" name="Group 42"/>
              <p:cNvGrpSpPr>
                <a:grpSpLocks/>
              </p:cNvGrpSpPr>
              <p:nvPr/>
            </p:nvGrpSpPr>
            <p:grpSpPr bwMode="auto">
              <a:xfrm>
                <a:off x="1911350" y="158750"/>
                <a:ext cx="368300" cy="368300"/>
                <a:chOff x="1204" y="100"/>
                <a:chExt cx="232" cy="232"/>
              </a:xfrm>
            </p:grpSpPr>
            <p:sp>
              <p:nvSpPr>
                <p:cNvPr id="23" name="Oval 40"/>
                <p:cNvSpPr>
                  <a:spLocks noChangeArrowheads="1"/>
                </p:cNvSpPr>
                <p:nvPr/>
              </p:nvSpPr>
              <p:spPr bwMode="grayWhite">
                <a:xfrm>
                  <a:off x="1204" y="100"/>
                  <a:ext cx="232" cy="232"/>
                </a:xfrm>
                <a:prstGeom prst="ellipse">
                  <a:avLst/>
                </a:prstGeom>
                <a:noFill/>
                <a:ln w="12700">
                  <a:solidFill>
                    <a:schemeClr val="accent1">
                      <a:lumMod val="50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41"/>
                <p:cNvSpPr>
                  <a:spLocks noChangeArrowheads="1"/>
                </p:cNvSpPr>
                <p:nvPr/>
              </p:nvSpPr>
              <p:spPr bwMode="grayWhite">
                <a:xfrm>
                  <a:off x="1257" y="153"/>
                  <a:ext cx="32" cy="32"/>
                </a:xfrm>
                <a:prstGeom prst="ellipse">
                  <a:avLst/>
                </a:prstGeom>
                <a:solidFill>
                  <a:schemeClr val="tx1"/>
                </a:solid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162" name="Group 161"/>
            <p:cNvGrpSpPr/>
            <p:nvPr/>
          </p:nvGrpSpPr>
          <p:grpSpPr>
            <a:xfrm>
              <a:off x="14350" y="-7605"/>
              <a:ext cx="11722100" cy="6536383"/>
              <a:chOff x="14350" y="-7605"/>
              <a:chExt cx="11722100" cy="6536383"/>
            </a:xfrm>
          </p:grpSpPr>
          <p:grpSp>
            <p:nvGrpSpPr>
              <p:cNvPr id="86" name="Group 85"/>
              <p:cNvGrpSpPr/>
              <p:nvPr/>
            </p:nvGrpSpPr>
            <p:grpSpPr>
              <a:xfrm>
                <a:off x="14350" y="5326395"/>
                <a:ext cx="673100" cy="673100"/>
                <a:chOff x="14350" y="5326395"/>
                <a:chExt cx="673100" cy="673100"/>
              </a:xfrm>
            </p:grpSpPr>
            <p:sp>
              <p:nvSpPr>
                <p:cNvPr id="83" name="Oval 7"/>
                <p:cNvSpPr>
                  <a:spLocks noChangeArrowheads="1"/>
                </p:cNvSpPr>
                <p:nvPr/>
              </p:nvSpPr>
              <p:spPr bwMode="grayWhite">
                <a:xfrm>
                  <a:off x="14350" y="5326395"/>
                  <a:ext cx="673100" cy="6731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 name="Oval 8"/>
                <p:cNvSpPr>
                  <a:spLocks noChangeArrowheads="1"/>
                </p:cNvSpPr>
                <p:nvPr/>
              </p:nvSpPr>
              <p:spPr bwMode="grayWhite">
                <a:xfrm>
                  <a:off x="166750" y="5478795"/>
                  <a:ext cx="100013" cy="1000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7" name="Group 86"/>
              <p:cNvGrpSpPr/>
              <p:nvPr/>
            </p:nvGrpSpPr>
            <p:grpSpPr>
              <a:xfrm>
                <a:off x="547750" y="5859795"/>
                <a:ext cx="292100" cy="292100"/>
                <a:chOff x="547750" y="5859795"/>
                <a:chExt cx="292100" cy="292100"/>
              </a:xfrm>
            </p:grpSpPr>
            <p:sp>
              <p:nvSpPr>
                <p:cNvPr id="81" name="Oval 10"/>
                <p:cNvSpPr>
                  <a:spLocks noChangeArrowheads="1"/>
                </p:cNvSpPr>
                <p:nvPr/>
              </p:nvSpPr>
              <p:spPr bwMode="grayWhite">
                <a:xfrm>
                  <a:off x="547750" y="5859795"/>
                  <a:ext cx="292100" cy="2921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Oval 11"/>
                <p:cNvSpPr>
                  <a:spLocks noChangeArrowheads="1"/>
                </p:cNvSpPr>
                <p:nvPr/>
              </p:nvSpPr>
              <p:spPr bwMode="grayWhite">
                <a:xfrm>
                  <a:off x="614425" y="5926470"/>
                  <a:ext cx="38100" cy="381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8" name="Group 87"/>
              <p:cNvGrpSpPr/>
              <p:nvPr/>
            </p:nvGrpSpPr>
            <p:grpSpPr>
              <a:xfrm>
                <a:off x="139763" y="6024895"/>
                <a:ext cx="444500" cy="444500"/>
                <a:chOff x="139763" y="6024895"/>
                <a:chExt cx="444500" cy="444500"/>
              </a:xfrm>
            </p:grpSpPr>
            <p:sp>
              <p:nvSpPr>
                <p:cNvPr id="79" name="Oval 13"/>
                <p:cNvSpPr>
                  <a:spLocks noChangeArrowheads="1"/>
                </p:cNvSpPr>
                <p:nvPr/>
              </p:nvSpPr>
              <p:spPr bwMode="grayWhite">
                <a:xfrm>
                  <a:off x="139763" y="6024895"/>
                  <a:ext cx="444500" cy="4445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 name="Oval 14"/>
                <p:cNvSpPr>
                  <a:spLocks noChangeArrowheads="1"/>
                </p:cNvSpPr>
                <p:nvPr/>
              </p:nvSpPr>
              <p:spPr bwMode="grayWhite">
                <a:xfrm>
                  <a:off x="241363" y="6126495"/>
                  <a:ext cx="61913" cy="619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89" name="Group 88"/>
              <p:cNvGrpSpPr/>
              <p:nvPr/>
            </p:nvGrpSpPr>
            <p:grpSpPr>
              <a:xfrm>
                <a:off x="2484500" y="6160478"/>
                <a:ext cx="368300" cy="368300"/>
                <a:chOff x="2484500" y="6160478"/>
                <a:chExt cx="368300" cy="368300"/>
              </a:xfrm>
            </p:grpSpPr>
            <p:sp>
              <p:nvSpPr>
                <p:cNvPr id="77" name="Oval 16"/>
                <p:cNvSpPr>
                  <a:spLocks noChangeArrowheads="1"/>
                </p:cNvSpPr>
                <p:nvPr/>
              </p:nvSpPr>
              <p:spPr bwMode="grayWhite">
                <a:xfrm>
                  <a:off x="2484500" y="6160478"/>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Oval 17"/>
                <p:cNvSpPr>
                  <a:spLocks noChangeArrowheads="1"/>
                </p:cNvSpPr>
                <p:nvPr/>
              </p:nvSpPr>
              <p:spPr bwMode="grayWhite">
                <a:xfrm>
                  <a:off x="2568638" y="6244616"/>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0" name="Group 89"/>
              <p:cNvGrpSpPr/>
              <p:nvPr/>
            </p:nvGrpSpPr>
            <p:grpSpPr>
              <a:xfrm>
                <a:off x="14350" y="4411995"/>
                <a:ext cx="368300" cy="368300"/>
                <a:chOff x="14350" y="4411995"/>
                <a:chExt cx="368300" cy="368300"/>
              </a:xfrm>
            </p:grpSpPr>
            <p:sp>
              <p:nvSpPr>
                <p:cNvPr id="75" name="Oval 19"/>
                <p:cNvSpPr>
                  <a:spLocks noChangeArrowheads="1"/>
                </p:cNvSpPr>
                <p:nvPr/>
              </p:nvSpPr>
              <p:spPr bwMode="grayWhite">
                <a:xfrm>
                  <a:off x="14350" y="4411995"/>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Oval 20"/>
                <p:cNvSpPr>
                  <a:spLocks noChangeArrowheads="1"/>
                </p:cNvSpPr>
                <p:nvPr/>
              </p:nvSpPr>
              <p:spPr bwMode="grayWhite">
                <a:xfrm>
                  <a:off x="98488" y="4496133"/>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1" name="Group 90"/>
              <p:cNvGrpSpPr/>
              <p:nvPr/>
            </p:nvGrpSpPr>
            <p:grpSpPr>
              <a:xfrm>
                <a:off x="10682350" y="5794708"/>
                <a:ext cx="673100" cy="673100"/>
                <a:chOff x="10682350" y="5794708"/>
                <a:chExt cx="673100" cy="673100"/>
              </a:xfrm>
            </p:grpSpPr>
            <p:sp>
              <p:nvSpPr>
                <p:cNvPr id="73" name="Oval 22"/>
                <p:cNvSpPr>
                  <a:spLocks noChangeArrowheads="1"/>
                </p:cNvSpPr>
                <p:nvPr/>
              </p:nvSpPr>
              <p:spPr bwMode="grayWhite">
                <a:xfrm>
                  <a:off x="10682350" y="5794708"/>
                  <a:ext cx="673100" cy="6731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Oval 23"/>
                <p:cNvSpPr>
                  <a:spLocks noChangeArrowheads="1"/>
                </p:cNvSpPr>
                <p:nvPr/>
              </p:nvSpPr>
              <p:spPr bwMode="grayWhite">
                <a:xfrm>
                  <a:off x="10834750" y="5947108"/>
                  <a:ext cx="100013" cy="1000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2" name="Group 91"/>
              <p:cNvGrpSpPr/>
              <p:nvPr/>
            </p:nvGrpSpPr>
            <p:grpSpPr>
              <a:xfrm>
                <a:off x="10301350" y="6099508"/>
                <a:ext cx="368300" cy="368300"/>
                <a:chOff x="10301350" y="6099508"/>
                <a:chExt cx="368300" cy="368300"/>
              </a:xfrm>
            </p:grpSpPr>
            <p:sp>
              <p:nvSpPr>
                <p:cNvPr id="71" name="Oval 25"/>
                <p:cNvSpPr>
                  <a:spLocks noChangeArrowheads="1"/>
                </p:cNvSpPr>
                <p:nvPr/>
              </p:nvSpPr>
              <p:spPr bwMode="grayWhite">
                <a:xfrm>
                  <a:off x="10301350" y="6099508"/>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Oval 26"/>
                <p:cNvSpPr>
                  <a:spLocks noChangeArrowheads="1"/>
                </p:cNvSpPr>
                <p:nvPr/>
              </p:nvSpPr>
              <p:spPr bwMode="grayWhite">
                <a:xfrm>
                  <a:off x="10385488" y="6183646"/>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3" name="Group 92"/>
              <p:cNvGrpSpPr/>
              <p:nvPr/>
            </p:nvGrpSpPr>
            <p:grpSpPr>
              <a:xfrm>
                <a:off x="11368150" y="5794708"/>
                <a:ext cx="368300" cy="368300"/>
                <a:chOff x="11368150" y="5794708"/>
                <a:chExt cx="368300" cy="368300"/>
              </a:xfrm>
            </p:grpSpPr>
            <p:sp>
              <p:nvSpPr>
                <p:cNvPr id="69" name="Oval 28"/>
                <p:cNvSpPr>
                  <a:spLocks noChangeArrowheads="1"/>
                </p:cNvSpPr>
                <p:nvPr/>
              </p:nvSpPr>
              <p:spPr bwMode="grayWhite">
                <a:xfrm>
                  <a:off x="11368150" y="5794708"/>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Oval 29"/>
                <p:cNvSpPr>
                  <a:spLocks noChangeArrowheads="1"/>
                </p:cNvSpPr>
                <p:nvPr/>
              </p:nvSpPr>
              <p:spPr bwMode="grayWhite">
                <a:xfrm>
                  <a:off x="11452288" y="5878846"/>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4" name="Group 93"/>
              <p:cNvGrpSpPr/>
              <p:nvPr/>
            </p:nvGrpSpPr>
            <p:grpSpPr>
              <a:xfrm>
                <a:off x="11095100" y="1887997"/>
                <a:ext cx="520700" cy="520700"/>
                <a:chOff x="11095100" y="1887997"/>
                <a:chExt cx="520700" cy="520700"/>
              </a:xfrm>
            </p:grpSpPr>
            <p:sp>
              <p:nvSpPr>
                <p:cNvPr id="67" name="Oval 31"/>
                <p:cNvSpPr>
                  <a:spLocks noChangeArrowheads="1"/>
                </p:cNvSpPr>
                <p:nvPr/>
              </p:nvSpPr>
              <p:spPr bwMode="grayWhite">
                <a:xfrm>
                  <a:off x="11095100" y="1887997"/>
                  <a:ext cx="520700" cy="5207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Oval 32"/>
                <p:cNvSpPr>
                  <a:spLocks noChangeArrowheads="1"/>
                </p:cNvSpPr>
                <p:nvPr/>
              </p:nvSpPr>
              <p:spPr bwMode="grayWhite">
                <a:xfrm>
                  <a:off x="11214163" y="2007060"/>
                  <a:ext cx="74613" cy="74613"/>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95" name="Group 94"/>
              <p:cNvGrpSpPr/>
              <p:nvPr/>
            </p:nvGrpSpPr>
            <p:grpSpPr>
              <a:xfrm>
                <a:off x="11184000" y="2600784"/>
                <a:ext cx="215900" cy="215900"/>
                <a:chOff x="11184000" y="2600784"/>
                <a:chExt cx="215900" cy="215900"/>
              </a:xfrm>
            </p:grpSpPr>
            <p:sp>
              <p:nvSpPr>
                <p:cNvPr id="65" name="Oval 34"/>
                <p:cNvSpPr>
                  <a:spLocks noChangeArrowheads="1"/>
                </p:cNvSpPr>
                <p:nvPr/>
              </p:nvSpPr>
              <p:spPr bwMode="grayWhite">
                <a:xfrm>
                  <a:off x="11184000" y="2600784"/>
                  <a:ext cx="215900" cy="2159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Oval 35"/>
                <p:cNvSpPr>
                  <a:spLocks noChangeArrowheads="1"/>
                </p:cNvSpPr>
                <p:nvPr/>
              </p:nvSpPr>
              <p:spPr bwMode="grayWhite">
                <a:xfrm>
                  <a:off x="11234800" y="2651584"/>
                  <a:ext cx="25400" cy="254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0" name="Group 159"/>
              <p:cNvGrpSpPr/>
              <p:nvPr/>
            </p:nvGrpSpPr>
            <p:grpSpPr>
              <a:xfrm>
                <a:off x="1385950" y="-7605"/>
                <a:ext cx="520700" cy="520700"/>
                <a:chOff x="1385950" y="-7605"/>
                <a:chExt cx="520700" cy="520700"/>
              </a:xfrm>
            </p:grpSpPr>
            <p:sp>
              <p:nvSpPr>
                <p:cNvPr id="63" name="Oval 37"/>
                <p:cNvSpPr>
                  <a:spLocks noChangeArrowheads="1"/>
                </p:cNvSpPr>
                <p:nvPr/>
              </p:nvSpPr>
              <p:spPr bwMode="grayWhite">
                <a:xfrm>
                  <a:off x="1385950" y="-7605"/>
                  <a:ext cx="520700" cy="5207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Oval 38"/>
                <p:cNvSpPr>
                  <a:spLocks noChangeArrowheads="1"/>
                </p:cNvSpPr>
                <p:nvPr/>
              </p:nvSpPr>
              <p:spPr bwMode="grayWhite">
                <a:xfrm>
                  <a:off x="1503425" y="109870"/>
                  <a:ext cx="76200" cy="762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1" name="Group 160"/>
              <p:cNvGrpSpPr/>
              <p:nvPr/>
            </p:nvGrpSpPr>
            <p:grpSpPr>
              <a:xfrm>
                <a:off x="1919350" y="144795"/>
                <a:ext cx="368300" cy="368300"/>
                <a:chOff x="1919350" y="144795"/>
                <a:chExt cx="368300" cy="368300"/>
              </a:xfrm>
            </p:grpSpPr>
            <p:sp>
              <p:nvSpPr>
                <p:cNvPr id="61" name="Oval 40"/>
                <p:cNvSpPr>
                  <a:spLocks noChangeArrowheads="1"/>
                </p:cNvSpPr>
                <p:nvPr/>
              </p:nvSpPr>
              <p:spPr bwMode="grayWhite">
                <a:xfrm>
                  <a:off x="1919350" y="144795"/>
                  <a:ext cx="368300" cy="368300"/>
                </a:xfrm>
                <a:prstGeom prst="ellipse">
                  <a:avLst/>
                </a:prstGeom>
                <a:noFill/>
                <a:ln w="12700">
                  <a:solidFill>
                    <a:schemeClr val="accent1">
                      <a:lumMod val="50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Oval 41"/>
                <p:cNvSpPr>
                  <a:spLocks noChangeArrowheads="1"/>
                </p:cNvSpPr>
                <p:nvPr/>
              </p:nvSpPr>
              <p:spPr bwMode="grayWhite">
                <a:xfrm>
                  <a:off x="2003488" y="228933"/>
                  <a:ext cx="50800" cy="50800"/>
                </a:xfrm>
                <a:prstGeom prst="ellipse">
                  <a:avLst/>
                </a:prstGeom>
                <a:solidFill>
                  <a:schemeClr val="accent1">
                    <a:lumMod val="60000"/>
                    <a:lumOff val="40000"/>
                  </a:schemeClr>
                </a:solidFill>
                <a:ln w="12700">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41120" y="6598763"/>
            <a:ext cx="7159752" cy="237744"/>
          </a:xfrm>
          <a:prstGeom prst="rect">
            <a:avLst/>
          </a:prstGeom>
        </p:spPr>
        <p:txBody>
          <a:bodyPr vert="horz" lIns="91440" tIns="45720" rIns="91440" bIns="45720" rtlCol="0" anchor="ctr"/>
          <a:lstStyle>
            <a:lvl1pPr algn="l">
              <a:defRPr sz="1100">
                <a:solidFill>
                  <a:schemeClr val="tx1"/>
                </a:solidFill>
              </a:defRPr>
            </a:lvl1pPr>
          </a:lstStyle>
          <a:p>
            <a:r>
              <a:rPr lang="en-US" dirty="0"/>
              <a:t>Add a footer</a:t>
            </a:r>
          </a:p>
        </p:txBody>
      </p:sp>
      <p:sp>
        <p:nvSpPr>
          <p:cNvPr id="4" name="Date Placeholder 3"/>
          <p:cNvSpPr>
            <a:spLocks noGrp="1"/>
          </p:cNvSpPr>
          <p:nvPr>
            <p:ph type="dt" sz="half" idx="2"/>
          </p:nvPr>
        </p:nvSpPr>
        <p:spPr>
          <a:xfrm>
            <a:off x="8875776" y="6598763"/>
            <a:ext cx="960120" cy="237744"/>
          </a:xfrm>
          <a:prstGeom prst="rect">
            <a:avLst/>
          </a:prstGeom>
        </p:spPr>
        <p:txBody>
          <a:bodyPr vert="horz" lIns="91440" tIns="45720" rIns="91440" bIns="45720" rtlCol="0" anchor="ctr"/>
          <a:lstStyle>
            <a:lvl1pPr algn="r">
              <a:defRPr sz="1100">
                <a:solidFill>
                  <a:schemeClr val="tx1"/>
                </a:solidFill>
              </a:defRPr>
            </a:lvl1pPr>
          </a:lstStyle>
          <a:p>
            <a:fld id="{513C09FF-A05A-44B7-B7F9-9715502B619B}" type="datetime1">
              <a:rPr lang="en-US" smtClean="0"/>
              <a:pPr/>
              <a:t>1/17/2025</a:t>
            </a:fld>
            <a:endParaRPr lang="en-US"/>
          </a:p>
        </p:txBody>
      </p:sp>
      <p:sp>
        <p:nvSpPr>
          <p:cNvPr id="6" name="Slide Number Placeholder 5"/>
          <p:cNvSpPr>
            <a:spLocks noGrp="1"/>
          </p:cNvSpPr>
          <p:nvPr>
            <p:ph type="sldNum" sz="quarter" idx="4"/>
          </p:nvPr>
        </p:nvSpPr>
        <p:spPr>
          <a:xfrm>
            <a:off x="10210800" y="6598763"/>
            <a:ext cx="640080" cy="237744"/>
          </a:xfrm>
          <a:prstGeom prst="rect">
            <a:avLst/>
          </a:prstGeom>
        </p:spPr>
        <p:txBody>
          <a:bodyPr vert="horz" lIns="91440" tIns="45720" rIns="91440" bIns="45720" rtlCol="0" anchor="ctr"/>
          <a:lstStyle>
            <a:lvl1pPr algn="r">
              <a:defRPr sz="1100">
                <a:solidFill>
                  <a:schemeClr val="tx1"/>
                </a:solidFill>
              </a:defRPr>
            </a:lvl1pPr>
          </a:lstStyle>
          <a:p>
            <a:fld id="{FC749032-2A07-4AE8-BA90-74324CAE0C87}" type="slidenum">
              <a:rPr lang="en-US" smtClean="0"/>
              <a:pPr/>
              <a:t>‹#›</a:t>
            </a:fld>
            <a:endParaRPr lang="en-US"/>
          </a:p>
        </p:txBody>
      </p:sp>
    </p:spTree>
    <p:extLst>
      <p:ext uri="{BB962C8B-B14F-4D97-AF65-F5344CB8AC3E}">
        <p14:creationId xmlns:p14="http://schemas.microsoft.com/office/powerpoint/2010/main" val="67865841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400" b="1" kern="1200">
          <a:solidFill>
            <a:schemeClr val="tx2"/>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2">
            <a:lumMod val="75000"/>
          </a:schemeClr>
        </a:buClr>
        <a:buSzPct val="80000"/>
        <a:buFont typeface="Courier New" panose="02070309020205020404" pitchFamily="49" charset="0"/>
        <a:buChar char="o"/>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accent2">
            <a:lumMod val="75000"/>
          </a:schemeClr>
        </a:buClr>
        <a:buSzPct val="80000"/>
        <a:buFont typeface="Courier New" panose="02070309020205020404" pitchFamily="49" charset="0"/>
        <a:buChar char="o"/>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7pPr>
      <a:lvl8pPr marL="2514600" indent="-22860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Char char="o"/>
        <a:defRPr sz="1400" kern="1200">
          <a:solidFill>
            <a:schemeClr val="tx2"/>
          </a:solidFill>
          <a:latin typeface="+mn-lt"/>
          <a:ea typeface="+mn-ea"/>
          <a:cs typeface="+mn-cs"/>
        </a:defRPr>
      </a:lvl8pPr>
      <a:lvl9pPr marL="2606040" indent="0" algn="l" defTabSz="914400" rtl="0" eaLnBrk="1" latinLnBrk="0" hangingPunct="1">
        <a:lnSpc>
          <a:spcPct val="90000"/>
        </a:lnSpc>
        <a:spcBef>
          <a:spcPts val="800"/>
        </a:spcBef>
        <a:buClr>
          <a:schemeClr val="accent2">
            <a:lumMod val="75000"/>
          </a:schemeClr>
        </a:buClr>
        <a:buSzPct val="80000"/>
        <a:buFont typeface="Courier New" panose="02070309020205020404" pitchFamily="49" charset="0"/>
        <a:buNone/>
        <a:defRPr sz="1400" kern="120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jp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 Id="rId5" Type="http://schemas.openxmlformats.org/officeDocument/2006/relationships/image" Target="../media/image44.jpg"/><Relationship Id="rId4" Type="http://schemas.openxmlformats.org/officeDocument/2006/relationships/image" Target="../media/image43.jpg"/></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jpg"/><Relationship Id="rId7" Type="http://schemas.openxmlformats.org/officeDocument/2006/relationships/image" Target="../media/image53.png"/><Relationship Id="rId2" Type="http://schemas.openxmlformats.org/officeDocument/2006/relationships/image" Target="../media/image48.jp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342147" y="1644070"/>
            <a:ext cx="6077527" cy="1069941"/>
          </a:xfrm>
        </p:spPr>
        <p:txBody>
          <a:bodyPr/>
          <a:lstStyle/>
          <a:p>
            <a:r>
              <a:rPr lang="en-US" dirty="0">
                <a:solidFill>
                  <a:schemeClr val="accent1">
                    <a:lumMod val="50000"/>
                  </a:schemeClr>
                </a:solidFill>
              </a:rPr>
              <a:t> </a:t>
            </a:r>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WhatToDo?</a:t>
            </a:r>
          </a:p>
        </p:txBody>
      </p:sp>
      <p:sp>
        <p:nvSpPr>
          <p:cNvPr id="7" name="Subtitle 6"/>
          <p:cNvSpPr>
            <a:spLocks noGrp="1"/>
          </p:cNvSpPr>
          <p:nvPr>
            <p:ph type="subTitle" idx="1"/>
          </p:nvPr>
        </p:nvSpPr>
        <p:spPr>
          <a:xfrm>
            <a:off x="2503054" y="2786334"/>
            <a:ext cx="9688945" cy="3873084"/>
          </a:xfrm>
        </p:spPr>
        <p:txBody>
          <a:bodyPr>
            <a:normAutofit/>
          </a:bodyPr>
          <a:lstStyle/>
          <a:p>
            <a:r>
              <a:rPr lang="en-US" dirty="0"/>
              <a:t>                                  </a:t>
            </a:r>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ultimate productivity and academic solution</a:t>
            </a:r>
          </a:p>
          <a:p>
            <a:endParaRPr lang="en-US" dirty="0">
              <a:latin typeface="ADLaM Display" panose="02010000000000000000" pitchFamily="2" charset="0"/>
              <a:ea typeface="ADLaM Display" panose="02010000000000000000" pitchFamily="2" charset="0"/>
              <a:cs typeface="ADLaM Display" panose="02010000000000000000" pitchFamily="2" charset="0"/>
            </a:endParaRPr>
          </a:p>
          <a:p>
            <a:endParaRPr lang="en-US" dirty="0">
              <a:latin typeface="ADLaM Display" panose="02010000000000000000" pitchFamily="2" charset="0"/>
              <a:ea typeface="ADLaM Display" panose="02010000000000000000" pitchFamily="2" charset="0"/>
              <a:cs typeface="ADLaM Display" panose="02010000000000000000" pitchFamily="2" charset="0"/>
            </a:endParaRPr>
          </a:p>
          <a:p>
            <a:r>
              <a:rPr lang="en-US" sz="1600" dirty="0">
                <a:latin typeface="ADLaM Display" panose="02010000000000000000" pitchFamily="2" charset="0"/>
                <a:ea typeface="ADLaM Display" panose="02010000000000000000" pitchFamily="2" charset="0"/>
                <a:cs typeface="ADLaM Display" panose="02010000000000000000" pitchFamily="2" charset="0"/>
              </a:rPr>
              <a:t>                    </a:t>
            </a:r>
          </a:p>
          <a:p>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Presented By-</a:t>
            </a:r>
          </a:p>
          <a:p>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Asif Akbar(2007106)</a:t>
            </a:r>
            <a:b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n-US" sz="16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Shayka</a:t>
            </a:r>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Islam </a:t>
            </a:r>
            <a:r>
              <a:rPr lang="en-US" sz="16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Shipra</a:t>
            </a:r>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(2007110)</a:t>
            </a:r>
          </a:p>
          <a:p>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n-US" sz="16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Shaeer</a:t>
            </a:r>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n-US" sz="16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Musarrat</a:t>
            </a:r>
            <a:r>
              <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Swapnil(2007116</a:t>
            </a:r>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endParaRPr lang="en-US" dirty="0"/>
          </a:p>
        </p:txBody>
      </p:sp>
      <p:pic>
        <p:nvPicPr>
          <p:cNvPr id="2" name="Picture 1"/>
          <p:cNvPicPr>
            <a:picLocks noChangeAspect="1"/>
          </p:cNvPicPr>
          <p:nvPr/>
        </p:nvPicPr>
        <p:blipFill>
          <a:blip r:embed="rId2"/>
          <a:stretch>
            <a:fillRect/>
          </a:stretch>
        </p:blipFill>
        <p:spPr>
          <a:xfrm>
            <a:off x="434111" y="2045285"/>
            <a:ext cx="4126474" cy="2930068"/>
          </a:xfrm>
          <a:prstGeom prst="rect">
            <a:avLst/>
          </a:prstGeom>
        </p:spPr>
      </p:pic>
    </p:spTree>
    <p:extLst>
      <p:ext uri="{BB962C8B-B14F-4D97-AF65-F5344CB8AC3E}">
        <p14:creationId xmlns:p14="http://schemas.microsoft.com/office/powerpoint/2010/main" val="399801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69818" y="665919"/>
            <a:ext cx="3722254" cy="1235548"/>
          </a:xfrm>
        </p:spPr>
        <p:txBody>
          <a:bodyPr>
            <a:normAutofit/>
          </a:bodyPr>
          <a:lstStyle/>
          <a:p>
            <a:r>
              <a:rPr lang="en-US" sz="4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Introduction:</a:t>
            </a:r>
          </a:p>
        </p:txBody>
      </p:sp>
      <p:sp>
        <p:nvSpPr>
          <p:cNvPr id="14" name="Content Placeholder 13"/>
          <p:cNvSpPr>
            <a:spLocks noGrp="1"/>
          </p:cNvSpPr>
          <p:nvPr>
            <p:ph idx="1"/>
          </p:nvPr>
        </p:nvSpPr>
        <p:spPr>
          <a:xfrm>
            <a:off x="5957454" y="2134894"/>
            <a:ext cx="5484552" cy="4542524"/>
          </a:xfrm>
        </p:spPr>
        <p:txBody>
          <a:bodyPr>
            <a:normAutofit/>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manage and organize tasks efficiently.</a:t>
            </a:r>
          </a:p>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create, edit, and organize notes for easy reference.</a:t>
            </a:r>
          </a:p>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Provides tools for tracking time with a stopwatch and timers.</a:t>
            </a:r>
          </a:p>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Helps students calculate and manage attendance.</a:t>
            </a:r>
          </a:p>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Assists students in calculating their CGPA based on their grades and credit hours.</a:t>
            </a:r>
          </a:p>
        </p:txBody>
      </p:sp>
      <p:pic>
        <p:nvPicPr>
          <p:cNvPr id="5" name="Picture 4"/>
          <p:cNvPicPr>
            <a:picLocks noChangeAspect="1"/>
          </p:cNvPicPr>
          <p:nvPr/>
        </p:nvPicPr>
        <p:blipFill>
          <a:blip r:embed="rId2"/>
          <a:stretch>
            <a:fillRect/>
          </a:stretch>
        </p:blipFill>
        <p:spPr>
          <a:xfrm>
            <a:off x="756078" y="2134894"/>
            <a:ext cx="5201376" cy="3458058"/>
          </a:xfrm>
          <a:prstGeom prst="rect">
            <a:avLst/>
          </a:prstGeom>
        </p:spPr>
      </p:pic>
    </p:spTree>
    <p:extLst>
      <p:ext uri="{BB962C8B-B14F-4D97-AF65-F5344CB8AC3E}">
        <p14:creationId xmlns:p14="http://schemas.microsoft.com/office/powerpoint/2010/main" val="30309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226963" y="5414679"/>
            <a:ext cx="781620" cy="789678"/>
          </a:xfrm>
          <a:prstGeom prst="rect">
            <a:avLst/>
          </a:prstGeom>
        </p:spPr>
      </p:pic>
      <p:sp>
        <p:nvSpPr>
          <p:cNvPr id="2" name="Title 1"/>
          <p:cNvSpPr>
            <a:spLocks noGrp="1"/>
          </p:cNvSpPr>
          <p:nvPr>
            <p:ph type="title"/>
          </p:nvPr>
        </p:nvSpPr>
        <p:spPr>
          <a:xfrm>
            <a:off x="1341120" y="467360"/>
            <a:ext cx="3572625" cy="798022"/>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Key Features:</a:t>
            </a:r>
          </a:p>
        </p:txBody>
      </p:sp>
      <p:pic>
        <p:nvPicPr>
          <p:cNvPr id="14" name="Content Placeholder 13"/>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277227" y="1418866"/>
            <a:ext cx="9116879" cy="3759199"/>
          </a:xfrm>
        </p:spPr>
      </p:pic>
      <p:pic>
        <p:nvPicPr>
          <p:cNvPr id="8" name="Content Placeholder 7"/>
          <p:cNvPicPr>
            <a:picLocks noGrp="1" noChangeAspect="1"/>
          </p:cNvPicPr>
          <p:nvPr>
            <p:ph sz="half" idx="2"/>
          </p:nvPr>
        </p:nvPicPr>
        <p:blipFill>
          <a:blip r:embed="rId4"/>
          <a:stretch>
            <a:fillRect/>
          </a:stretch>
        </p:blipFill>
        <p:spPr>
          <a:xfrm>
            <a:off x="9138966" y="5331550"/>
            <a:ext cx="869442" cy="872808"/>
          </a:xfrm>
          <a:prstGeom prst="rect">
            <a:avLst/>
          </a:prstGeom>
        </p:spPr>
      </p:pic>
      <p:pic>
        <p:nvPicPr>
          <p:cNvPr id="6" name="Picture 5"/>
          <p:cNvPicPr>
            <a:picLocks noChangeAspect="1"/>
          </p:cNvPicPr>
          <p:nvPr/>
        </p:nvPicPr>
        <p:blipFill>
          <a:blip r:embed="rId5"/>
          <a:stretch>
            <a:fillRect/>
          </a:stretch>
        </p:blipFill>
        <p:spPr>
          <a:xfrm>
            <a:off x="5073238" y="5331549"/>
            <a:ext cx="976580" cy="908435"/>
          </a:xfrm>
          <a:prstGeom prst="rect">
            <a:avLst/>
          </a:prstGeom>
        </p:spPr>
      </p:pic>
      <p:pic>
        <p:nvPicPr>
          <p:cNvPr id="7" name="Picture 6"/>
          <p:cNvPicPr>
            <a:picLocks noChangeAspect="1"/>
          </p:cNvPicPr>
          <p:nvPr/>
        </p:nvPicPr>
        <p:blipFill>
          <a:blip r:embed="rId6"/>
          <a:stretch>
            <a:fillRect/>
          </a:stretch>
        </p:blipFill>
        <p:spPr>
          <a:xfrm>
            <a:off x="1535323" y="5414679"/>
            <a:ext cx="848657" cy="847575"/>
          </a:xfrm>
          <a:prstGeom prst="rect">
            <a:avLst/>
          </a:prstGeom>
        </p:spPr>
      </p:pic>
      <p:pic>
        <p:nvPicPr>
          <p:cNvPr id="9" name="Picture 8"/>
          <p:cNvPicPr>
            <a:picLocks noChangeAspect="1"/>
          </p:cNvPicPr>
          <p:nvPr/>
        </p:nvPicPr>
        <p:blipFill>
          <a:blip r:embed="rId7"/>
          <a:stretch>
            <a:fillRect/>
          </a:stretch>
        </p:blipFill>
        <p:spPr>
          <a:xfrm>
            <a:off x="7278256" y="5309279"/>
            <a:ext cx="988290" cy="930705"/>
          </a:xfrm>
          <a:prstGeom prst="rect">
            <a:avLst/>
          </a:prstGeom>
        </p:spPr>
      </p:pic>
    </p:spTree>
    <p:extLst>
      <p:ext uri="{BB962C8B-B14F-4D97-AF65-F5344CB8AC3E}">
        <p14:creationId xmlns:p14="http://schemas.microsoft.com/office/powerpoint/2010/main" val="176776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2CB1A-9128-A352-4393-8D4E1BBF905C}"/>
              </a:ext>
            </a:extLst>
          </p:cNvPr>
          <p:cNvSpPr>
            <a:spLocks noGrp="1"/>
          </p:cNvSpPr>
          <p:nvPr>
            <p:ph type="ctrTitle"/>
          </p:nvPr>
        </p:nvSpPr>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Splash and Authentication</a:t>
            </a:r>
          </a:p>
        </p:txBody>
      </p:sp>
    </p:spTree>
    <p:extLst>
      <p:ext uri="{BB962C8B-B14F-4D97-AF65-F5344CB8AC3E}">
        <p14:creationId xmlns:p14="http://schemas.microsoft.com/office/powerpoint/2010/main" val="2061690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D0BB887-F041-B258-3C92-1D482B595268}"/>
              </a:ext>
            </a:extLst>
          </p:cNvPr>
          <p:cNvPicPr>
            <a:picLocks noGrp="1" noChangeAspect="1"/>
          </p:cNvPicPr>
          <p:nvPr>
            <p:ph sz="half" idx="2"/>
          </p:nvPr>
        </p:nvPicPr>
        <p:blipFill>
          <a:blip r:embed="rId2"/>
          <a:stretch>
            <a:fillRect/>
          </a:stretch>
        </p:blipFill>
        <p:spPr>
          <a:xfrm>
            <a:off x="8258771" y="454352"/>
            <a:ext cx="1667137" cy="2939446"/>
          </a:xfrm>
        </p:spPr>
      </p:pic>
      <p:pic>
        <p:nvPicPr>
          <p:cNvPr id="8" name="Picture 7">
            <a:extLst>
              <a:ext uri="{FF2B5EF4-FFF2-40B4-BE49-F238E27FC236}">
                <a16:creationId xmlns:a16="http://schemas.microsoft.com/office/drawing/2014/main" id="{C48C7F52-B3B9-E939-93FD-1C30B309CC11}"/>
              </a:ext>
            </a:extLst>
          </p:cNvPr>
          <p:cNvPicPr>
            <a:picLocks noChangeAspect="1"/>
          </p:cNvPicPr>
          <p:nvPr/>
        </p:nvPicPr>
        <p:blipFill>
          <a:blip r:embed="rId3"/>
          <a:stretch>
            <a:fillRect/>
          </a:stretch>
        </p:blipFill>
        <p:spPr>
          <a:xfrm>
            <a:off x="6400802" y="467360"/>
            <a:ext cx="1667137" cy="2913433"/>
          </a:xfrm>
          <a:prstGeom prst="rect">
            <a:avLst/>
          </a:prstGeom>
        </p:spPr>
      </p:pic>
      <p:pic>
        <p:nvPicPr>
          <p:cNvPr id="10" name="Picture 9">
            <a:extLst>
              <a:ext uri="{FF2B5EF4-FFF2-40B4-BE49-F238E27FC236}">
                <a16:creationId xmlns:a16="http://schemas.microsoft.com/office/drawing/2014/main" id="{47653D7B-C688-0330-EEF0-6B3593AE6159}"/>
              </a:ext>
            </a:extLst>
          </p:cNvPr>
          <p:cNvPicPr>
            <a:picLocks noChangeAspect="1"/>
          </p:cNvPicPr>
          <p:nvPr/>
        </p:nvPicPr>
        <p:blipFill>
          <a:blip r:embed="rId4"/>
          <a:stretch>
            <a:fillRect/>
          </a:stretch>
        </p:blipFill>
        <p:spPr>
          <a:xfrm>
            <a:off x="10241951" y="467359"/>
            <a:ext cx="1541926" cy="2913433"/>
          </a:xfrm>
          <a:prstGeom prst="rect">
            <a:avLst/>
          </a:prstGeom>
        </p:spPr>
      </p:pic>
      <p:pic>
        <p:nvPicPr>
          <p:cNvPr id="12" name="Picture 11">
            <a:extLst>
              <a:ext uri="{FF2B5EF4-FFF2-40B4-BE49-F238E27FC236}">
                <a16:creationId xmlns:a16="http://schemas.microsoft.com/office/drawing/2014/main" id="{6F541E79-F346-C375-D79A-0A65E8498DCB}"/>
              </a:ext>
            </a:extLst>
          </p:cNvPr>
          <p:cNvPicPr>
            <a:picLocks noChangeAspect="1"/>
          </p:cNvPicPr>
          <p:nvPr/>
        </p:nvPicPr>
        <p:blipFill>
          <a:blip r:embed="rId5"/>
          <a:stretch>
            <a:fillRect/>
          </a:stretch>
        </p:blipFill>
        <p:spPr>
          <a:xfrm>
            <a:off x="8337781" y="3571267"/>
            <a:ext cx="1667137" cy="2961640"/>
          </a:xfrm>
          <a:prstGeom prst="rect">
            <a:avLst/>
          </a:prstGeom>
        </p:spPr>
      </p:pic>
      <p:pic>
        <p:nvPicPr>
          <p:cNvPr id="14" name="Picture 13">
            <a:extLst>
              <a:ext uri="{FF2B5EF4-FFF2-40B4-BE49-F238E27FC236}">
                <a16:creationId xmlns:a16="http://schemas.microsoft.com/office/drawing/2014/main" id="{2C85C685-7933-CBC2-AC32-9B8F4E6C23A7}"/>
              </a:ext>
            </a:extLst>
          </p:cNvPr>
          <p:cNvPicPr>
            <a:picLocks noChangeAspect="1"/>
          </p:cNvPicPr>
          <p:nvPr/>
        </p:nvPicPr>
        <p:blipFill>
          <a:blip r:embed="rId6"/>
          <a:stretch>
            <a:fillRect/>
          </a:stretch>
        </p:blipFill>
        <p:spPr>
          <a:xfrm>
            <a:off x="6433612" y="3557891"/>
            <a:ext cx="1667137" cy="2988392"/>
          </a:xfrm>
          <a:prstGeom prst="rect">
            <a:avLst/>
          </a:prstGeom>
        </p:spPr>
      </p:pic>
      <p:sp>
        <p:nvSpPr>
          <p:cNvPr id="16" name="TextBox 15">
            <a:extLst>
              <a:ext uri="{FF2B5EF4-FFF2-40B4-BE49-F238E27FC236}">
                <a16:creationId xmlns:a16="http://schemas.microsoft.com/office/drawing/2014/main" id="{33A5FA5F-4D1F-78C3-A13A-47FC88E4AC0C}"/>
              </a:ext>
            </a:extLst>
          </p:cNvPr>
          <p:cNvSpPr txBox="1"/>
          <p:nvPr/>
        </p:nvSpPr>
        <p:spPr>
          <a:xfrm>
            <a:off x="377643" y="1682005"/>
            <a:ext cx="5707117" cy="4031873"/>
          </a:xfrm>
          <a:prstGeom prst="rect">
            <a:avLst/>
          </a:prstGeom>
          <a:noFill/>
          <a:ln>
            <a:solidFill>
              <a:schemeClr val="bg2"/>
            </a:solidFill>
          </a:ln>
        </p:spPr>
        <p:txBody>
          <a:bodyPr wrap="square" rtlCol="0" anchor="ctr" anchorCtr="1">
            <a:spAutoFit/>
          </a:bodyPr>
          <a:lstStyle/>
          <a:p>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Purpose:</a:t>
            </a:r>
            <a:b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login and signup ensure secure user authentication, personalized experiences, data protection, and easy Google Signup integration, allowing users to manage tasks and account details efficiently in the </a:t>
            </a:r>
            <a:r>
              <a:rPr lang="en-US" sz="1400" b="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WhatToDo</a:t>
            </a:r>
            <a: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app.</a:t>
            </a:r>
            <a:br>
              <a:rPr lang="en-US" sz="12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b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Details:</a:t>
            </a:r>
            <a:b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1. </a:t>
            </a:r>
            <a: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Ensures each user has a unique identity and protects personal data from unauthorized access.</a:t>
            </a:r>
            <a:b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2. Stores and retrieves user-specific data like tasks and reminders for a customized app experience.</a:t>
            </a:r>
            <a:b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3. Provides a quick and seamless onboarding process using Google accounts, enhancing user convenience.</a:t>
            </a:r>
            <a:b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sz="1400" b="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4. Allows users to update email, change passwords, and maintain the security and accuracy of their personal information.</a:t>
            </a:r>
            <a:b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br>
            <a:endParaRPr lang="en-US" sz="1400" dirty="0"/>
          </a:p>
        </p:txBody>
      </p:sp>
      <p:sp>
        <p:nvSpPr>
          <p:cNvPr id="17" name="TextBox 16">
            <a:extLst>
              <a:ext uri="{FF2B5EF4-FFF2-40B4-BE49-F238E27FC236}">
                <a16:creationId xmlns:a16="http://schemas.microsoft.com/office/drawing/2014/main" id="{20995E27-EB78-D0BA-E644-EA15C0E402C0}"/>
              </a:ext>
            </a:extLst>
          </p:cNvPr>
          <p:cNvSpPr txBox="1"/>
          <p:nvPr/>
        </p:nvSpPr>
        <p:spPr>
          <a:xfrm>
            <a:off x="295835" y="687539"/>
            <a:ext cx="3689874" cy="646331"/>
          </a:xfrm>
          <a:prstGeom prst="rect">
            <a:avLst/>
          </a:prstGeom>
          <a:noFill/>
          <a:ln>
            <a:solidFill>
              <a:schemeClr val="bg2"/>
            </a:solidFill>
          </a:ln>
        </p:spPr>
        <p:txBody>
          <a:bodyPr wrap="square" rtlCol="0" anchor="ctr" anchorCtr="1">
            <a:spAutoFit/>
          </a:bodyPr>
          <a:lstStyle/>
          <a:p>
            <a:r>
              <a:rPr lang="en-US" sz="3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Login Signup</a:t>
            </a:r>
            <a:r>
              <a:rPr lang="en-US" sz="18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endParaRPr lang="en-US" dirty="0"/>
          </a:p>
        </p:txBody>
      </p:sp>
      <p:pic>
        <p:nvPicPr>
          <p:cNvPr id="23" name="Picture 22">
            <a:extLst>
              <a:ext uri="{FF2B5EF4-FFF2-40B4-BE49-F238E27FC236}">
                <a16:creationId xmlns:a16="http://schemas.microsoft.com/office/drawing/2014/main" id="{B1A2A4E7-1BF4-F628-69AF-38B54153CE0D}"/>
              </a:ext>
            </a:extLst>
          </p:cNvPr>
          <p:cNvPicPr>
            <a:picLocks noChangeAspect="1"/>
          </p:cNvPicPr>
          <p:nvPr/>
        </p:nvPicPr>
        <p:blipFill>
          <a:blip r:embed="rId7"/>
          <a:stretch>
            <a:fillRect/>
          </a:stretch>
        </p:blipFill>
        <p:spPr>
          <a:xfrm>
            <a:off x="10241951" y="3571267"/>
            <a:ext cx="1638859" cy="2913434"/>
          </a:xfrm>
          <a:prstGeom prst="rect">
            <a:avLst/>
          </a:prstGeom>
        </p:spPr>
      </p:pic>
    </p:spTree>
    <p:extLst>
      <p:ext uri="{BB962C8B-B14F-4D97-AF65-F5344CB8AC3E}">
        <p14:creationId xmlns:p14="http://schemas.microsoft.com/office/powerpoint/2010/main" val="166756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45FA-D228-80FB-8FEB-12F8F0C32FF0}"/>
              </a:ext>
            </a:extLst>
          </p:cNvPr>
          <p:cNvSpPr>
            <a:spLocks noGrp="1"/>
          </p:cNvSpPr>
          <p:nvPr>
            <p:ph type="title"/>
          </p:nvPr>
        </p:nvSpPr>
        <p:spPr>
          <a:xfrm>
            <a:off x="1341120" y="591669"/>
            <a:ext cx="3186056" cy="705702"/>
          </a:xfrm>
        </p:spPr>
        <p:txBody>
          <a:bodyPr>
            <a:normAutofit/>
          </a:bodyPr>
          <a:lstStyle/>
          <a:p>
            <a:r>
              <a:rPr lang="en-US" sz="3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Class Diagram:</a:t>
            </a:r>
          </a:p>
        </p:txBody>
      </p:sp>
      <p:pic>
        <p:nvPicPr>
          <p:cNvPr id="5" name="Content Placeholder 4">
            <a:extLst>
              <a:ext uri="{FF2B5EF4-FFF2-40B4-BE49-F238E27FC236}">
                <a16:creationId xmlns:a16="http://schemas.microsoft.com/office/drawing/2014/main" id="{09C1B4C4-4A62-F94D-6018-74263D15B4D2}"/>
              </a:ext>
            </a:extLst>
          </p:cNvPr>
          <p:cNvPicPr>
            <a:picLocks noGrp="1" noChangeAspect="1"/>
          </p:cNvPicPr>
          <p:nvPr>
            <p:ph idx="1"/>
          </p:nvPr>
        </p:nvPicPr>
        <p:blipFill>
          <a:blip r:embed="rId2"/>
          <a:stretch>
            <a:fillRect/>
          </a:stretch>
        </p:blipFill>
        <p:spPr>
          <a:xfrm>
            <a:off x="1344518" y="1398494"/>
            <a:ext cx="9502964" cy="4509247"/>
          </a:xfrm>
        </p:spPr>
      </p:pic>
    </p:spTree>
    <p:extLst>
      <p:ext uri="{BB962C8B-B14F-4D97-AF65-F5344CB8AC3E}">
        <p14:creationId xmlns:p14="http://schemas.microsoft.com/office/powerpoint/2010/main" val="914618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68E91-1550-CCCA-11F6-0BE277097E9D}"/>
              </a:ext>
            </a:extLst>
          </p:cNvPr>
          <p:cNvSpPr>
            <a:spLocks noGrp="1"/>
          </p:cNvSpPr>
          <p:nvPr>
            <p:ph type="title"/>
          </p:nvPr>
        </p:nvSpPr>
        <p:spPr>
          <a:xfrm>
            <a:off x="1143896" y="430343"/>
            <a:ext cx="4441115" cy="796664"/>
          </a:xfrm>
        </p:spPr>
        <p:txBody>
          <a:bodyPr>
            <a:normAutofit/>
          </a:bodyPr>
          <a:lstStyle/>
          <a:p>
            <a:r>
              <a:rPr lang="en-US" sz="3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Sequence Diagram:</a:t>
            </a:r>
          </a:p>
        </p:txBody>
      </p:sp>
      <p:pic>
        <p:nvPicPr>
          <p:cNvPr id="5" name="Content Placeholder 4">
            <a:extLst>
              <a:ext uri="{FF2B5EF4-FFF2-40B4-BE49-F238E27FC236}">
                <a16:creationId xmlns:a16="http://schemas.microsoft.com/office/drawing/2014/main" id="{8EE46EAA-AE5D-7418-CB6A-FD378D46CD18}"/>
              </a:ext>
            </a:extLst>
          </p:cNvPr>
          <p:cNvPicPr>
            <a:picLocks noGrp="1" noChangeAspect="1"/>
          </p:cNvPicPr>
          <p:nvPr>
            <p:ph idx="1"/>
          </p:nvPr>
        </p:nvPicPr>
        <p:blipFill>
          <a:blip r:embed="rId2"/>
          <a:stretch>
            <a:fillRect/>
          </a:stretch>
        </p:blipFill>
        <p:spPr>
          <a:xfrm>
            <a:off x="1210236" y="1335741"/>
            <a:ext cx="9332258" cy="5091916"/>
          </a:xfrm>
        </p:spPr>
      </p:pic>
    </p:spTree>
    <p:extLst>
      <p:ext uri="{BB962C8B-B14F-4D97-AF65-F5344CB8AC3E}">
        <p14:creationId xmlns:p14="http://schemas.microsoft.com/office/powerpoint/2010/main" val="4174944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DCB65-D213-6A28-B742-79D19D85FCDC}"/>
              </a:ext>
            </a:extLst>
          </p:cNvPr>
          <p:cNvSpPr>
            <a:spLocks noGrp="1"/>
          </p:cNvSpPr>
          <p:nvPr>
            <p:ph type="title"/>
          </p:nvPr>
        </p:nvSpPr>
        <p:spPr>
          <a:xfrm>
            <a:off x="1341120" y="467360"/>
            <a:ext cx="4234927" cy="724946"/>
          </a:xfrm>
        </p:spPr>
        <p:txBody>
          <a:bodyPr>
            <a:noAutofit/>
          </a:bodyPr>
          <a:lstStyle/>
          <a:p>
            <a:r>
              <a:rPr lang="en-US" sz="3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Use Case Diagram:</a:t>
            </a:r>
          </a:p>
        </p:txBody>
      </p:sp>
      <p:pic>
        <p:nvPicPr>
          <p:cNvPr id="5" name="Content Placeholder 4">
            <a:extLst>
              <a:ext uri="{FF2B5EF4-FFF2-40B4-BE49-F238E27FC236}">
                <a16:creationId xmlns:a16="http://schemas.microsoft.com/office/drawing/2014/main" id="{80509DDF-BCAA-D94D-A2F4-CBB13A670AFF}"/>
              </a:ext>
            </a:extLst>
          </p:cNvPr>
          <p:cNvPicPr>
            <a:picLocks noGrp="1" noChangeAspect="1"/>
          </p:cNvPicPr>
          <p:nvPr>
            <p:ph idx="1"/>
          </p:nvPr>
        </p:nvPicPr>
        <p:blipFill>
          <a:blip r:embed="rId2"/>
          <a:stretch>
            <a:fillRect/>
          </a:stretch>
        </p:blipFill>
        <p:spPr>
          <a:xfrm>
            <a:off x="1341120" y="1606996"/>
            <a:ext cx="5688559" cy="3299856"/>
          </a:xfrm>
        </p:spPr>
      </p:pic>
      <p:sp>
        <p:nvSpPr>
          <p:cNvPr id="6" name="TextBox 5">
            <a:extLst>
              <a:ext uri="{FF2B5EF4-FFF2-40B4-BE49-F238E27FC236}">
                <a16:creationId xmlns:a16="http://schemas.microsoft.com/office/drawing/2014/main" id="{9DE7D782-4E4B-5897-75A8-99810CB48035}"/>
              </a:ext>
            </a:extLst>
          </p:cNvPr>
          <p:cNvSpPr txBox="1"/>
          <p:nvPr/>
        </p:nvSpPr>
        <p:spPr>
          <a:xfrm>
            <a:off x="7736541" y="2239942"/>
            <a:ext cx="4087906" cy="1323439"/>
          </a:xfrm>
          <a:prstGeom prst="rect">
            <a:avLst/>
          </a:prstGeom>
          <a:noFill/>
          <a:ln>
            <a:solidFill>
              <a:schemeClr val="bg2"/>
            </a:solidFill>
          </a:ln>
        </p:spPr>
        <p:txBody>
          <a:bodyPr wrap="square" rtlCol="0" anchor="ctr" anchorCtr="1">
            <a:spAutoFit/>
          </a:bodyPr>
          <a:lstStyle/>
          <a:p>
            <a:r>
              <a:rPr lang="en-US" sz="4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Design Pattern:</a:t>
            </a:r>
          </a:p>
          <a:p>
            <a:r>
              <a:rPr lang="en-US" sz="4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Singleton</a:t>
            </a:r>
          </a:p>
        </p:txBody>
      </p:sp>
    </p:spTree>
    <p:extLst>
      <p:ext uri="{BB962C8B-B14F-4D97-AF65-F5344CB8AC3E}">
        <p14:creationId xmlns:p14="http://schemas.microsoft.com/office/powerpoint/2010/main" val="3793198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432E0-8C74-4B38-87AF-BC0D8CDB780C}"/>
              </a:ext>
            </a:extLst>
          </p:cNvPr>
          <p:cNvSpPr>
            <a:spLocks noGrp="1"/>
          </p:cNvSpPr>
          <p:nvPr>
            <p:ph type="ctrTitle"/>
          </p:nvPr>
        </p:nvSpPr>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CGPA Calculator</a:t>
            </a:r>
          </a:p>
        </p:txBody>
      </p:sp>
    </p:spTree>
    <p:extLst>
      <p:ext uri="{BB962C8B-B14F-4D97-AF65-F5344CB8AC3E}">
        <p14:creationId xmlns:p14="http://schemas.microsoft.com/office/powerpoint/2010/main" val="67338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500C5-587A-31A4-938E-3DF2C51272BE}"/>
              </a:ext>
            </a:extLst>
          </p:cNvPr>
          <p:cNvSpPr>
            <a:spLocks noGrp="1"/>
          </p:cNvSpPr>
          <p:nvPr>
            <p:ph type="title"/>
          </p:nvPr>
        </p:nvSpPr>
        <p:spPr>
          <a:xfrm>
            <a:off x="614162" y="385482"/>
            <a:ext cx="4800520" cy="824753"/>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Calculate Your CGPA:</a:t>
            </a:r>
          </a:p>
        </p:txBody>
      </p:sp>
      <p:pic>
        <p:nvPicPr>
          <p:cNvPr id="5" name="Content Placeholder 4">
            <a:extLst>
              <a:ext uri="{FF2B5EF4-FFF2-40B4-BE49-F238E27FC236}">
                <a16:creationId xmlns:a16="http://schemas.microsoft.com/office/drawing/2014/main" id="{3290B213-2C90-CE8D-3FC8-DB749712D963}"/>
              </a:ext>
            </a:extLst>
          </p:cNvPr>
          <p:cNvPicPr>
            <a:picLocks noGrp="1" noChangeAspect="1"/>
          </p:cNvPicPr>
          <p:nvPr>
            <p:ph idx="1"/>
          </p:nvPr>
        </p:nvPicPr>
        <p:blipFill>
          <a:blip r:embed="rId2"/>
          <a:stretch>
            <a:fillRect/>
          </a:stretch>
        </p:blipFill>
        <p:spPr>
          <a:xfrm>
            <a:off x="7195339" y="1700784"/>
            <a:ext cx="2014735" cy="4127500"/>
          </a:xfrm>
        </p:spPr>
      </p:pic>
      <p:pic>
        <p:nvPicPr>
          <p:cNvPr id="7" name="Picture 6">
            <a:extLst>
              <a:ext uri="{FF2B5EF4-FFF2-40B4-BE49-F238E27FC236}">
                <a16:creationId xmlns:a16="http://schemas.microsoft.com/office/drawing/2014/main" id="{A81C9B1C-21AC-E0D7-B19D-7237015B0AA7}"/>
              </a:ext>
            </a:extLst>
          </p:cNvPr>
          <p:cNvPicPr>
            <a:picLocks noChangeAspect="1"/>
          </p:cNvPicPr>
          <p:nvPr/>
        </p:nvPicPr>
        <p:blipFill>
          <a:blip r:embed="rId3"/>
          <a:stretch>
            <a:fillRect/>
          </a:stretch>
        </p:blipFill>
        <p:spPr>
          <a:xfrm>
            <a:off x="9563103" y="1700784"/>
            <a:ext cx="2014735" cy="4049058"/>
          </a:xfrm>
          <a:prstGeom prst="rect">
            <a:avLst/>
          </a:prstGeom>
        </p:spPr>
      </p:pic>
      <p:sp>
        <p:nvSpPr>
          <p:cNvPr id="9" name="TextBox 8">
            <a:extLst>
              <a:ext uri="{FF2B5EF4-FFF2-40B4-BE49-F238E27FC236}">
                <a16:creationId xmlns:a16="http://schemas.microsoft.com/office/drawing/2014/main" id="{6A16C34C-9D36-682D-7A0A-B5AC702A5E92}"/>
              </a:ext>
            </a:extLst>
          </p:cNvPr>
          <p:cNvSpPr txBox="1"/>
          <p:nvPr/>
        </p:nvSpPr>
        <p:spPr>
          <a:xfrm>
            <a:off x="425904" y="1410192"/>
            <a:ext cx="6181084" cy="4339650"/>
          </a:xfrm>
          <a:prstGeom prst="rect">
            <a:avLst/>
          </a:prstGeom>
          <a:noFill/>
          <a:ln>
            <a:solidFill>
              <a:schemeClr val="bg2"/>
            </a:solidFill>
          </a:ln>
        </p:spPr>
        <p:txBody>
          <a:bodyPr wrap="square" rtlCol="0" anchor="ctr" anchorCtr="1">
            <a:spAutoFit/>
          </a:bodyPr>
          <a:lstStyle/>
          <a:p>
            <a:endPar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Purpose:</a:t>
            </a:r>
          </a:p>
          <a:p>
            <a:endPar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CGPA Calculator in the </a:t>
            </a:r>
            <a:r>
              <a:rPr lang="en-US" sz="14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ToDo</a:t>
            </a:r>
            <a: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List app enables students to input their grades and accurately compute their Cumulative Grade Point Average, simplifying academic performance tracking and aiding in making informed study decisions.</a:t>
            </a:r>
          </a:p>
          <a:p>
            <a:endPar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br>
              <a:rPr lang="en-US" sz="1200" dirty="0">
                <a:latin typeface="ADLaM Display" panose="02010000000000000000" pitchFamily="2" charset="0"/>
                <a:ea typeface="ADLaM Display" panose="02010000000000000000" pitchFamily="2" charset="0"/>
                <a:cs typeface="ADLaM Display" panose="02010000000000000000" pitchFamily="2" charset="0"/>
              </a:rPr>
            </a:br>
            <a:r>
              <a:rPr lang="en-US"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Details:</a:t>
            </a:r>
          </a:p>
          <a:p>
            <a:br>
              <a:rPr lang="en-US" sz="1200" dirty="0">
                <a:latin typeface="ADLaM Display" panose="02010000000000000000" pitchFamily="2" charset="0"/>
                <a:ea typeface="ADLaM Display" panose="02010000000000000000" pitchFamily="2" charset="0"/>
                <a:cs typeface="ADLaM Display" panose="02010000000000000000" pitchFamily="2" charset="0"/>
              </a:rPr>
            </a:br>
            <a: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1. Allows students to enter their grades for various subjects or courses.</a:t>
            </a:r>
          </a:p>
          <a:p>
            <a: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2. Computes the Cumulative Grade Point Average (CGPA) based on standard academic grading scales.</a:t>
            </a:r>
          </a:p>
          <a:p>
            <a: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3. Enables students to calculate their expected CGPA based on projected grades.</a:t>
            </a:r>
          </a:p>
          <a:p>
            <a:r>
              <a:rPr lang="en-US" sz="1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4. Helps students monitor their academic progress over time and stores the data in a database for future reference.</a:t>
            </a:r>
          </a:p>
        </p:txBody>
      </p:sp>
    </p:spTree>
    <p:extLst>
      <p:ext uri="{BB962C8B-B14F-4D97-AF65-F5344CB8AC3E}">
        <p14:creationId xmlns:p14="http://schemas.microsoft.com/office/powerpoint/2010/main" val="34633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ADC8-0C57-7FAD-950F-7FA541D46BF9}"/>
              </a:ext>
            </a:extLst>
          </p:cNvPr>
          <p:cNvSpPr>
            <a:spLocks noGrp="1"/>
          </p:cNvSpPr>
          <p:nvPr>
            <p:ph type="title"/>
          </p:nvPr>
        </p:nvSpPr>
        <p:spPr>
          <a:xfrm>
            <a:off x="1344518" y="582200"/>
            <a:ext cx="3410174" cy="733911"/>
          </a:xfrm>
        </p:spPr>
        <p:txBody>
          <a:bodyPr/>
          <a:lstStyle/>
          <a:p>
            <a:r>
              <a:rPr lang="en-US" dirty="0">
                <a:solidFill>
                  <a:schemeClr val="accent1">
                    <a:lumMod val="50000"/>
                  </a:schemeClr>
                </a:solidFill>
              </a:rPr>
              <a:t>Class Diagram:</a:t>
            </a:r>
          </a:p>
        </p:txBody>
      </p:sp>
      <p:pic>
        <p:nvPicPr>
          <p:cNvPr id="5" name="Content Placeholder 4">
            <a:extLst>
              <a:ext uri="{FF2B5EF4-FFF2-40B4-BE49-F238E27FC236}">
                <a16:creationId xmlns:a16="http://schemas.microsoft.com/office/drawing/2014/main" id="{A88F6AC2-A900-53C8-4B87-3030C2513BEB}"/>
              </a:ext>
            </a:extLst>
          </p:cNvPr>
          <p:cNvPicPr>
            <a:picLocks noGrp="1" noChangeAspect="1"/>
          </p:cNvPicPr>
          <p:nvPr>
            <p:ph idx="1"/>
          </p:nvPr>
        </p:nvPicPr>
        <p:blipFill>
          <a:blip r:embed="rId2"/>
          <a:stretch>
            <a:fillRect/>
          </a:stretch>
        </p:blipFill>
        <p:spPr>
          <a:xfrm>
            <a:off x="1344518" y="1524001"/>
            <a:ext cx="9502964" cy="4348984"/>
          </a:xfrm>
        </p:spPr>
      </p:pic>
    </p:spTree>
    <p:extLst>
      <p:ext uri="{BB962C8B-B14F-4D97-AF65-F5344CB8AC3E}">
        <p14:creationId xmlns:p14="http://schemas.microsoft.com/office/powerpoint/2010/main" val="236467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5A9F5-B39E-2574-8A62-6DA16CC48132}"/>
              </a:ext>
            </a:extLst>
          </p:cNvPr>
          <p:cNvSpPr>
            <a:spLocks noGrp="1"/>
          </p:cNvSpPr>
          <p:nvPr>
            <p:ph type="title"/>
          </p:nvPr>
        </p:nvSpPr>
        <p:spPr>
          <a:xfrm>
            <a:off x="1278367" y="592866"/>
            <a:ext cx="4288715" cy="680122"/>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Sequence Diagram:</a:t>
            </a:r>
          </a:p>
        </p:txBody>
      </p:sp>
      <p:pic>
        <p:nvPicPr>
          <p:cNvPr id="5" name="Content Placeholder 4">
            <a:extLst>
              <a:ext uri="{FF2B5EF4-FFF2-40B4-BE49-F238E27FC236}">
                <a16:creationId xmlns:a16="http://schemas.microsoft.com/office/drawing/2014/main" id="{BD2092FC-F9DD-3EDD-249A-790665B323E5}"/>
              </a:ext>
            </a:extLst>
          </p:cNvPr>
          <p:cNvPicPr>
            <a:picLocks noGrp="1" noChangeAspect="1"/>
          </p:cNvPicPr>
          <p:nvPr>
            <p:ph idx="1"/>
          </p:nvPr>
        </p:nvPicPr>
        <p:blipFill>
          <a:blip r:embed="rId2"/>
          <a:stretch>
            <a:fillRect/>
          </a:stretch>
        </p:blipFill>
        <p:spPr>
          <a:xfrm>
            <a:off x="1341439" y="1452282"/>
            <a:ext cx="8367338" cy="4383742"/>
          </a:xfrm>
        </p:spPr>
      </p:pic>
    </p:spTree>
    <p:extLst>
      <p:ext uri="{BB962C8B-B14F-4D97-AF65-F5344CB8AC3E}">
        <p14:creationId xmlns:p14="http://schemas.microsoft.com/office/powerpoint/2010/main" val="368418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363E6-CC7C-EA57-6168-DA26F4ACB5DB}"/>
              </a:ext>
            </a:extLst>
          </p:cNvPr>
          <p:cNvSpPr>
            <a:spLocks noGrp="1"/>
          </p:cNvSpPr>
          <p:nvPr>
            <p:ph type="title"/>
          </p:nvPr>
        </p:nvSpPr>
        <p:spPr>
          <a:xfrm>
            <a:off x="1260437" y="582705"/>
            <a:ext cx="4046668" cy="705702"/>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Use Case Diagram:</a:t>
            </a:r>
          </a:p>
        </p:txBody>
      </p:sp>
      <p:pic>
        <p:nvPicPr>
          <p:cNvPr id="5" name="Content Placeholder 4">
            <a:extLst>
              <a:ext uri="{FF2B5EF4-FFF2-40B4-BE49-F238E27FC236}">
                <a16:creationId xmlns:a16="http://schemas.microsoft.com/office/drawing/2014/main" id="{F5AD14B7-27A6-8BCD-641C-7D4D2A8F219A}"/>
              </a:ext>
            </a:extLst>
          </p:cNvPr>
          <p:cNvPicPr>
            <a:picLocks noGrp="1" noChangeAspect="1"/>
          </p:cNvPicPr>
          <p:nvPr>
            <p:ph idx="1"/>
          </p:nvPr>
        </p:nvPicPr>
        <p:blipFill>
          <a:blip r:embed="rId2"/>
          <a:stretch>
            <a:fillRect/>
          </a:stretch>
        </p:blipFill>
        <p:spPr>
          <a:xfrm>
            <a:off x="1260437" y="1454947"/>
            <a:ext cx="7041490" cy="1417443"/>
          </a:xfrm>
        </p:spPr>
      </p:pic>
      <p:sp>
        <p:nvSpPr>
          <p:cNvPr id="6" name="TextBox 5">
            <a:extLst>
              <a:ext uri="{FF2B5EF4-FFF2-40B4-BE49-F238E27FC236}">
                <a16:creationId xmlns:a16="http://schemas.microsoft.com/office/drawing/2014/main" id="{FE7E51FF-07FA-E974-6B0F-73781475C723}"/>
              </a:ext>
            </a:extLst>
          </p:cNvPr>
          <p:cNvSpPr txBox="1"/>
          <p:nvPr/>
        </p:nvSpPr>
        <p:spPr>
          <a:xfrm>
            <a:off x="5047129" y="3721277"/>
            <a:ext cx="4500282" cy="1477328"/>
          </a:xfrm>
          <a:prstGeom prst="rect">
            <a:avLst/>
          </a:prstGeom>
          <a:noFill/>
          <a:ln>
            <a:solidFill>
              <a:schemeClr val="bg2"/>
            </a:solidFill>
          </a:ln>
        </p:spPr>
        <p:txBody>
          <a:bodyPr wrap="square" rtlCol="0" anchor="ctr" anchorCtr="1">
            <a:spAutoFit/>
          </a:bodyPr>
          <a:lstStyle/>
          <a:p>
            <a:r>
              <a:rPr lang="en-US" sz="36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Design Pattern:</a:t>
            </a:r>
          </a:p>
          <a:p>
            <a:r>
              <a:rPr lang="en-US" sz="36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Factory</a:t>
            </a:r>
          </a:p>
          <a:p>
            <a:endParaRPr lang="en-US" dirty="0"/>
          </a:p>
        </p:txBody>
      </p:sp>
    </p:spTree>
    <p:extLst>
      <p:ext uri="{BB962C8B-B14F-4D97-AF65-F5344CB8AC3E}">
        <p14:creationId xmlns:p14="http://schemas.microsoft.com/office/powerpoint/2010/main" val="346928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B281-F132-E9CD-33FF-E791630850EB}"/>
              </a:ext>
            </a:extLst>
          </p:cNvPr>
          <p:cNvSpPr>
            <a:spLocks noGrp="1"/>
          </p:cNvSpPr>
          <p:nvPr>
            <p:ph type="ctrTitle"/>
          </p:nvPr>
        </p:nvSpPr>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Reminder</a:t>
            </a:r>
          </a:p>
        </p:txBody>
      </p:sp>
    </p:spTree>
    <p:extLst>
      <p:ext uri="{BB962C8B-B14F-4D97-AF65-F5344CB8AC3E}">
        <p14:creationId xmlns:p14="http://schemas.microsoft.com/office/powerpoint/2010/main" val="277353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B4FE4-0D42-EFA6-9ABC-EBEE4AA80BCF}"/>
              </a:ext>
            </a:extLst>
          </p:cNvPr>
          <p:cNvSpPr>
            <a:spLocks noGrp="1"/>
          </p:cNvSpPr>
          <p:nvPr>
            <p:ph type="title"/>
          </p:nvPr>
        </p:nvSpPr>
        <p:spPr>
          <a:xfrm>
            <a:off x="1260438" y="727336"/>
            <a:ext cx="4602480" cy="733911"/>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Add Your Reminder:</a:t>
            </a:r>
          </a:p>
        </p:txBody>
      </p:sp>
      <p:sp>
        <p:nvSpPr>
          <p:cNvPr id="3" name="Content Placeholder 2">
            <a:extLst>
              <a:ext uri="{FF2B5EF4-FFF2-40B4-BE49-F238E27FC236}">
                <a16:creationId xmlns:a16="http://schemas.microsoft.com/office/drawing/2014/main" id="{CD7E9622-517E-8233-327C-33EBC0532A3D}"/>
              </a:ext>
            </a:extLst>
          </p:cNvPr>
          <p:cNvSpPr>
            <a:spLocks noGrp="1"/>
          </p:cNvSpPr>
          <p:nvPr>
            <p:ph idx="1"/>
          </p:nvPr>
        </p:nvSpPr>
        <p:spPr>
          <a:xfrm>
            <a:off x="1260438" y="1694328"/>
            <a:ext cx="5794786" cy="4335251"/>
          </a:xfrm>
        </p:spPr>
        <p:txBody>
          <a:bodyPr>
            <a:normAutofit/>
          </a:bodyPr>
          <a:lstStyle/>
          <a:p>
            <a:pPr marL="0" indent="0" algn="l" rtl="0" eaLnBrk="1" latinLnBrk="0" hangingPunct="1">
              <a:spcBef>
                <a:spcPts val="0"/>
              </a:spcBef>
              <a:spcAft>
                <a:spcPts val="0"/>
              </a:spcAft>
              <a:buNone/>
            </a:pPr>
            <a:r>
              <a:rPr lang="en-US" sz="18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Purpose:</a:t>
            </a:r>
          </a:p>
          <a:p>
            <a:pPr marL="0" indent="0" algn="l" rtl="0" eaLnBrk="1" latinLnBrk="0" hangingPunct="1">
              <a:spcBef>
                <a:spcPts val="0"/>
              </a:spcBef>
              <a:spcAft>
                <a:spcPts val="0"/>
              </a:spcAft>
              <a:buNone/>
            </a:pPr>
            <a:endParaRPr lang="en-US" dirty="0">
              <a:effectLst/>
            </a:endParaRP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The *Reminder* feature in the </a:t>
            </a:r>
            <a:r>
              <a:rPr lang="en-US" sz="1400" kern="1200" dirty="0" err="1">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ToDo</a:t>
            </a: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 List app lets users set time-based alarms, call reminders, and SMS reminders. It ensures important tasks aren't missed, offering customization and secure storage for easy management and retrieval, enhancing productivity and organization.</a:t>
            </a:r>
          </a:p>
          <a:p>
            <a:pPr marL="0" indent="0" algn="l" rtl="0" eaLnBrk="1" latinLnBrk="0" hangingPunct="1">
              <a:spcBef>
                <a:spcPts val="0"/>
              </a:spcBef>
              <a:spcAft>
                <a:spcPts val="0"/>
              </a:spcAft>
              <a:buNone/>
            </a:pPr>
            <a:br>
              <a:rPr lang="en-US" sz="1800" kern="1200"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br>
            <a:r>
              <a:rPr lang="en-US" sz="1800" b="1"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Details:</a:t>
            </a:r>
            <a:endParaRPr lang="en-US" dirty="0">
              <a:effectLst/>
            </a:endParaRPr>
          </a:p>
          <a:p>
            <a:pPr marL="0" indent="0" algn="l" rtl="0" eaLnBrk="1" latinLnBrk="0" hangingPunct="1">
              <a:spcBef>
                <a:spcPts val="0"/>
              </a:spcBef>
              <a:spcAft>
                <a:spcPts val="0"/>
              </a:spcAft>
              <a:buNone/>
            </a:pPr>
            <a:br>
              <a:rPr lang="en-US" sz="1800" kern="1200"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b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1. Allows users to set alarms for specific times to remind them of important tasks.</a:t>
            </a: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2. Provides options to set reminders for making calls or sending SMS.</a:t>
            </a: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3. Handles multiple reminders at a time, ensuring users can manage various tasks simultaneously.</a:t>
            </a: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4. Reminders are stored securely in the app’s database for easy management and retrieval.</a:t>
            </a:r>
            <a:endParaRPr lang="en-US" sz="1400" dirty="0"/>
          </a:p>
        </p:txBody>
      </p:sp>
      <p:pic>
        <p:nvPicPr>
          <p:cNvPr id="5" name="Picture 4">
            <a:extLst>
              <a:ext uri="{FF2B5EF4-FFF2-40B4-BE49-F238E27FC236}">
                <a16:creationId xmlns:a16="http://schemas.microsoft.com/office/drawing/2014/main" id="{F4A6C351-27FD-1FBD-D57C-E16C8B00956F}"/>
              </a:ext>
            </a:extLst>
          </p:cNvPr>
          <p:cNvPicPr>
            <a:picLocks noChangeAspect="1"/>
          </p:cNvPicPr>
          <p:nvPr/>
        </p:nvPicPr>
        <p:blipFill>
          <a:blip r:embed="rId2"/>
          <a:stretch>
            <a:fillRect/>
          </a:stretch>
        </p:blipFill>
        <p:spPr>
          <a:xfrm>
            <a:off x="7610240" y="445512"/>
            <a:ext cx="1751667" cy="2983488"/>
          </a:xfrm>
          <a:prstGeom prst="rect">
            <a:avLst/>
          </a:prstGeom>
        </p:spPr>
      </p:pic>
      <p:pic>
        <p:nvPicPr>
          <p:cNvPr id="13" name="Picture 12">
            <a:extLst>
              <a:ext uri="{FF2B5EF4-FFF2-40B4-BE49-F238E27FC236}">
                <a16:creationId xmlns:a16="http://schemas.microsoft.com/office/drawing/2014/main" id="{85C8FB1E-0B8F-6194-7AA8-4545C2E5042D}"/>
              </a:ext>
            </a:extLst>
          </p:cNvPr>
          <p:cNvPicPr>
            <a:picLocks noChangeAspect="1"/>
          </p:cNvPicPr>
          <p:nvPr/>
        </p:nvPicPr>
        <p:blipFill>
          <a:blip r:embed="rId3"/>
          <a:stretch>
            <a:fillRect/>
          </a:stretch>
        </p:blipFill>
        <p:spPr>
          <a:xfrm>
            <a:off x="9723157" y="430306"/>
            <a:ext cx="1751667" cy="3065929"/>
          </a:xfrm>
          <a:prstGeom prst="rect">
            <a:avLst/>
          </a:prstGeom>
        </p:spPr>
      </p:pic>
      <p:pic>
        <p:nvPicPr>
          <p:cNvPr id="15" name="Picture 14">
            <a:extLst>
              <a:ext uri="{FF2B5EF4-FFF2-40B4-BE49-F238E27FC236}">
                <a16:creationId xmlns:a16="http://schemas.microsoft.com/office/drawing/2014/main" id="{E01C5895-DF5F-67C2-EFE4-CA2B240BDF59}"/>
              </a:ext>
            </a:extLst>
          </p:cNvPr>
          <p:cNvPicPr>
            <a:picLocks noChangeAspect="1"/>
          </p:cNvPicPr>
          <p:nvPr/>
        </p:nvPicPr>
        <p:blipFill>
          <a:blip r:embed="rId4"/>
          <a:stretch>
            <a:fillRect/>
          </a:stretch>
        </p:blipFill>
        <p:spPr>
          <a:xfrm>
            <a:off x="7610239" y="3675530"/>
            <a:ext cx="1751667" cy="2736958"/>
          </a:xfrm>
          <a:prstGeom prst="rect">
            <a:avLst/>
          </a:prstGeom>
        </p:spPr>
      </p:pic>
    </p:spTree>
    <p:extLst>
      <p:ext uri="{BB962C8B-B14F-4D97-AF65-F5344CB8AC3E}">
        <p14:creationId xmlns:p14="http://schemas.microsoft.com/office/powerpoint/2010/main" val="98196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A6D1-7E09-EC75-337A-AFB6B9D847CA}"/>
              </a:ext>
            </a:extLst>
          </p:cNvPr>
          <p:cNvSpPr>
            <a:spLocks noGrp="1"/>
          </p:cNvSpPr>
          <p:nvPr>
            <p:ph type="title"/>
          </p:nvPr>
        </p:nvSpPr>
        <p:spPr>
          <a:xfrm>
            <a:off x="1341120" y="467360"/>
            <a:ext cx="3365351" cy="671158"/>
          </a:xfrm>
        </p:spPr>
        <p:txBody>
          <a:bodyPr/>
          <a:lstStyle/>
          <a:p>
            <a:r>
              <a:rPr lang="en-US" dirty="0">
                <a:solidFill>
                  <a:schemeClr val="accent1">
                    <a:lumMod val="50000"/>
                  </a:schemeClr>
                </a:solidFill>
              </a:rPr>
              <a:t>Class Diagram:</a:t>
            </a:r>
          </a:p>
        </p:txBody>
      </p:sp>
      <p:pic>
        <p:nvPicPr>
          <p:cNvPr id="5" name="Content Placeholder 4">
            <a:extLst>
              <a:ext uri="{FF2B5EF4-FFF2-40B4-BE49-F238E27FC236}">
                <a16:creationId xmlns:a16="http://schemas.microsoft.com/office/drawing/2014/main" id="{3DA39558-CDB6-8005-C25E-B2CB063964BD}"/>
              </a:ext>
            </a:extLst>
          </p:cNvPr>
          <p:cNvPicPr>
            <a:picLocks noGrp="1" noChangeAspect="1"/>
          </p:cNvPicPr>
          <p:nvPr>
            <p:ph idx="1"/>
          </p:nvPr>
        </p:nvPicPr>
        <p:blipFill>
          <a:blip r:embed="rId2"/>
          <a:stretch>
            <a:fillRect/>
          </a:stretch>
        </p:blipFill>
        <p:spPr>
          <a:xfrm>
            <a:off x="1219200" y="1219200"/>
            <a:ext cx="9215718" cy="5307106"/>
          </a:xfrm>
        </p:spPr>
      </p:pic>
    </p:spTree>
    <p:extLst>
      <p:ext uri="{BB962C8B-B14F-4D97-AF65-F5344CB8AC3E}">
        <p14:creationId xmlns:p14="http://schemas.microsoft.com/office/powerpoint/2010/main" val="329100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27F5E-2072-EF35-F451-5B361CBB04E7}"/>
              </a:ext>
            </a:extLst>
          </p:cNvPr>
          <p:cNvSpPr>
            <a:spLocks noGrp="1"/>
          </p:cNvSpPr>
          <p:nvPr>
            <p:ph type="title"/>
          </p:nvPr>
        </p:nvSpPr>
        <p:spPr>
          <a:xfrm>
            <a:off x="1341120" y="467360"/>
            <a:ext cx="4208033" cy="751840"/>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Sequence Diagram:</a:t>
            </a:r>
          </a:p>
        </p:txBody>
      </p:sp>
      <p:pic>
        <p:nvPicPr>
          <p:cNvPr id="5" name="Content Placeholder 4">
            <a:extLst>
              <a:ext uri="{FF2B5EF4-FFF2-40B4-BE49-F238E27FC236}">
                <a16:creationId xmlns:a16="http://schemas.microsoft.com/office/drawing/2014/main" id="{A51EC29B-436C-9D0A-69B3-186C6C248FBA}"/>
              </a:ext>
            </a:extLst>
          </p:cNvPr>
          <p:cNvPicPr>
            <a:picLocks noGrp="1" noChangeAspect="1"/>
          </p:cNvPicPr>
          <p:nvPr>
            <p:ph idx="1"/>
          </p:nvPr>
        </p:nvPicPr>
        <p:blipFill>
          <a:blip r:embed="rId2"/>
          <a:stretch>
            <a:fillRect/>
          </a:stretch>
        </p:blipFill>
        <p:spPr>
          <a:xfrm>
            <a:off x="941295" y="1326776"/>
            <a:ext cx="8095130" cy="5063864"/>
          </a:xfrm>
        </p:spPr>
      </p:pic>
      <p:sp>
        <p:nvSpPr>
          <p:cNvPr id="6" name="TextBox 5">
            <a:extLst>
              <a:ext uri="{FF2B5EF4-FFF2-40B4-BE49-F238E27FC236}">
                <a16:creationId xmlns:a16="http://schemas.microsoft.com/office/drawing/2014/main" id="{FCB5ED44-54F9-242F-C417-60C887DC315D}"/>
              </a:ext>
            </a:extLst>
          </p:cNvPr>
          <p:cNvSpPr txBox="1"/>
          <p:nvPr/>
        </p:nvSpPr>
        <p:spPr>
          <a:xfrm>
            <a:off x="9386047" y="1907140"/>
            <a:ext cx="2456329" cy="2523768"/>
          </a:xfrm>
          <a:prstGeom prst="rect">
            <a:avLst/>
          </a:prstGeom>
          <a:noFill/>
          <a:ln>
            <a:solidFill>
              <a:schemeClr val="bg2"/>
            </a:solidFill>
          </a:ln>
        </p:spPr>
        <p:txBody>
          <a:bodyPr wrap="square" rtlCol="0" anchor="ctr" anchorCtr="1">
            <a:spAutoFit/>
          </a:bodyPr>
          <a:lstStyle/>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Design Pattern:</a:t>
            </a:r>
          </a:p>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Factory</a:t>
            </a:r>
          </a:p>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t>
            </a:r>
          </a:p>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Strategy</a:t>
            </a:r>
          </a:p>
          <a:p>
            <a:endParaRPr lang="en-US" dirty="0"/>
          </a:p>
        </p:txBody>
      </p:sp>
    </p:spTree>
    <p:extLst>
      <p:ext uri="{BB962C8B-B14F-4D97-AF65-F5344CB8AC3E}">
        <p14:creationId xmlns:p14="http://schemas.microsoft.com/office/powerpoint/2010/main" val="411485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6CBF-DDCB-3755-A287-95FBEBA07750}"/>
              </a:ext>
            </a:extLst>
          </p:cNvPr>
          <p:cNvSpPr>
            <a:spLocks noGrp="1"/>
          </p:cNvSpPr>
          <p:nvPr>
            <p:ph type="ctrTitle"/>
          </p:nvPr>
        </p:nvSpPr>
        <p:spPr/>
        <p:txBody>
          <a:bodyPr/>
          <a:lstStyle/>
          <a:p>
            <a:r>
              <a:rPr lang="en-US" dirty="0">
                <a:solidFill>
                  <a:schemeClr val="accent1">
                    <a:lumMod val="50000"/>
                  </a:schemeClr>
                </a:solidFill>
              </a:rPr>
              <a:t>Note</a:t>
            </a:r>
          </a:p>
        </p:txBody>
      </p:sp>
    </p:spTree>
    <p:extLst>
      <p:ext uri="{BB962C8B-B14F-4D97-AF65-F5344CB8AC3E}">
        <p14:creationId xmlns:p14="http://schemas.microsoft.com/office/powerpoint/2010/main" val="135344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FD34-2FCB-E060-AC60-88F90D2901C4}"/>
              </a:ext>
            </a:extLst>
          </p:cNvPr>
          <p:cNvSpPr>
            <a:spLocks noGrp="1"/>
          </p:cNvSpPr>
          <p:nvPr>
            <p:ph type="title"/>
          </p:nvPr>
        </p:nvSpPr>
        <p:spPr>
          <a:xfrm>
            <a:off x="896471" y="1228165"/>
            <a:ext cx="3756211" cy="573741"/>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Add Your Notes:</a:t>
            </a:r>
          </a:p>
        </p:txBody>
      </p:sp>
      <p:sp>
        <p:nvSpPr>
          <p:cNvPr id="14" name="TextBox 13">
            <a:extLst>
              <a:ext uri="{FF2B5EF4-FFF2-40B4-BE49-F238E27FC236}">
                <a16:creationId xmlns:a16="http://schemas.microsoft.com/office/drawing/2014/main" id="{46029F22-C102-0AAA-CFEF-12296BF6EC0E}"/>
              </a:ext>
            </a:extLst>
          </p:cNvPr>
          <p:cNvSpPr txBox="1"/>
          <p:nvPr/>
        </p:nvSpPr>
        <p:spPr>
          <a:xfrm>
            <a:off x="782932" y="2225213"/>
            <a:ext cx="6185647" cy="3293209"/>
          </a:xfrm>
          <a:prstGeom prst="rect">
            <a:avLst/>
          </a:prstGeom>
          <a:noFill/>
          <a:ln>
            <a:solidFill>
              <a:schemeClr val="bg2"/>
            </a:solidFill>
          </a:ln>
        </p:spPr>
        <p:txBody>
          <a:bodyPr wrap="square" rtlCol="0" anchor="ctr" anchorCtr="1">
            <a:spAutoFit/>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Purpose:</a:t>
            </a:r>
          </a:p>
          <a:p>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Notes feature in the </a:t>
            </a:r>
            <a:r>
              <a:rPr lang="en-US" sz="12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ToDo</a:t>
            </a:r>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List app lets users create, edit, and organize personal notes, including colorful notes. It offers secure storage in the app’s database, easy retrieval, and a user-friendly interface, enhancing productivity and information management.</a:t>
            </a:r>
          </a:p>
          <a:p>
            <a:endParaRPr lang="en-US" sz="1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br>
              <a:rPr lang="en-US" sz="1600" dirty="0">
                <a:latin typeface="ADLaM Display" panose="02010000000000000000" pitchFamily="2" charset="0"/>
                <a:ea typeface="ADLaM Display" panose="02010000000000000000" pitchFamily="2" charset="0"/>
                <a:cs typeface="ADLaM Display" panose="02010000000000000000" pitchFamily="2" charset="0"/>
              </a:rPr>
            </a:br>
            <a:r>
              <a:rPr lang="en-US" sz="16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Details:</a:t>
            </a:r>
          </a:p>
          <a:p>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1. Allows users to easily create and update personal notes.</a:t>
            </a:r>
          </a:p>
          <a:p>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2. Users can add colorful notes to categorize and prioritize information visually.</a:t>
            </a:r>
          </a:p>
          <a:p>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3. Notes are securely stored in the app’s database for easy retrieval and future reference.</a:t>
            </a:r>
          </a:p>
          <a:p>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4. Users can sort notes based on various criteria for better organization and quick access.</a:t>
            </a:r>
          </a:p>
          <a:p>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5. Provides an intuitive interface for efficient note management and enhanced productivity.</a:t>
            </a:r>
            <a:endParaRPr lang="en-US" sz="1200" dirty="0"/>
          </a:p>
        </p:txBody>
      </p:sp>
      <p:pic>
        <p:nvPicPr>
          <p:cNvPr id="18" name="Picture 17">
            <a:extLst>
              <a:ext uri="{FF2B5EF4-FFF2-40B4-BE49-F238E27FC236}">
                <a16:creationId xmlns:a16="http://schemas.microsoft.com/office/drawing/2014/main" id="{A3863FF6-A805-EDA1-0FA3-7E7A3A31E948}"/>
              </a:ext>
            </a:extLst>
          </p:cNvPr>
          <p:cNvPicPr>
            <a:picLocks noChangeAspect="1"/>
          </p:cNvPicPr>
          <p:nvPr/>
        </p:nvPicPr>
        <p:blipFill>
          <a:blip r:embed="rId2"/>
          <a:stretch>
            <a:fillRect/>
          </a:stretch>
        </p:blipFill>
        <p:spPr>
          <a:xfrm>
            <a:off x="9435175" y="282885"/>
            <a:ext cx="1673399" cy="3089687"/>
          </a:xfrm>
          <a:prstGeom prst="rect">
            <a:avLst/>
          </a:prstGeom>
        </p:spPr>
      </p:pic>
      <p:pic>
        <p:nvPicPr>
          <p:cNvPr id="20" name="Picture 19">
            <a:extLst>
              <a:ext uri="{FF2B5EF4-FFF2-40B4-BE49-F238E27FC236}">
                <a16:creationId xmlns:a16="http://schemas.microsoft.com/office/drawing/2014/main" id="{40348B63-72EF-9525-33A2-31AF19FE5703}"/>
              </a:ext>
            </a:extLst>
          </p:cNvPr>
          <p:cNvPicPr>
            <a:picLocks noChangeAspect="1"/>
          </p:cNvPicPr>
          <p:nvPr/>
        </p:nvPicPr>
        <p:blipFill>
          <a:blip r:embed="rId3"/>
          <a:stretch>
            <a:fillRect/>
          </a:stretch>
        </p:blipFill>
        <p:spPr>
          <a:xfrm>
            <a:off x="7594492" y="3551633"/>
            <a:ext cx="1449242" cy="2795379"/>
          </a:xfrm>
          <a:prstGeom prst="rect">
            <a:avLst/>
          </a:prstGeom>
        </p:spPr>
      </p:pic>
      <p:pic>
        <p:nvPicPr>
          <p:cNvPr id="22" name="Picture 21">
            <a:extLst>
              <a:ext uri="{FF2B5EF4-FFF2-40B4-BE49-F238E27FC236}">
                <a16:creationId xmlns:a16="http://schemas.microsoft.com/office/drawing/2014/main" id="{B0E49B6E-0521-B4C7-A8C0-4640A57CE3A2}"/>
              </a:ext>
            </a:extLst>
          </p:cNvPr>
          <p:cNvPicPr>
            <a:picLocks noChangeAspect="1"/>
          </p:cNvPicPr>
          <p:nvPr/>
        </p:nvPicPr>
        <p:blipFill>
          <a:blip r:embed="rId4"/>
          <a:stretch>
            <a:fillRect/>
          </a:stretch>
        </p:blipFill>
        <p:spPr>
          <a:xfrm>
            <a:off x="7539320" y="282885"/>
            <a:ext cx="1504414" cy="3139819"/>
          </a:xfrm>
          <a:prstGeom prst="rect">
            <a:avLst/>
          </a:prstGeom>
        </p:spPr>
      </p:pic>
    </p:spTree>
    <p:extLst>
      <p:ext uri="{BB962C8B-B14F-4D97-AF65-F5344CB8AC3E}">
        <p14:creationId xmlns:p14="http://schemas.microsoft.com/office/powerpoint/2010/main" val="58618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0B10-816A-B699-B7E5-1ED6B4FE1F7E}"/>
              </a:ext>
            </a:extLst>
          </p:cNvPr>
          <p:cNvSpPr>
            <a:spLocks noGrp="1"/>
          </p:cNvSpPr>
          <p:nvPr>
            <p:ph type="title"/>
          </p:nvPr>
        </p:nvSpPr>
        <p:spPr>
          <a:xfrm>
            <a:off x="1341120" y="467360"/>
            <a:ext cx="3284668" cy="751840"/>
          </a:xfrm>
        </p:spPr>
        <p:txBody>
          <a:bodyPr>
            <a:normAutofit/>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Class Diagram:</a:t>
            </a:r>
          </a:p>
        </p:txBody>
      </p:sp>
      <p:pic>
        <p:nvPicPr>
          <p:cNvPr id="9" name="Content Placeholder 8">
            <a:extLst>
              <a:ext uri="{FF2B5EF4-FFF2-40B4-BE49-F238E27FC236}">
                <a16:creationId xmlns:a16="http://schemas.microsoft.com/office/drawing/2014/main" id="{B508CC2B-C0BC-7F45-5481-FB9EAD896EA3}"/>
              </a:ext>
            </a:extLst>
          </p:cNvPr>
          <p:cNvPicPr>
            <a:picLocks noGrp="1" noChangeAspect="1"/>
          </p:cNvPicPr>
          <p:nvPr>
            <p:ph idx="1"/>
          </p:nvPr>
        </p:nvPicPr>
        <p:blipFill>
          <a:blip r:embed="rId2"/>
          <a:stretch>
            <a:fillRect/>
          </a:stretch>
        </p:blipFill>
        <p:spPr>
          <a:xfrm>
            <a:off x="1341438" y="1290918"/>
            <a:ext cx="9649291" cy="4805082"/>
          </a:xfrm>
        </p:spPr>
      </p:pic>
    </p:spTree>
    <p:extLst>
      <p:ext uri="{BB962C8B-B14F-4D97-AF65-F5344CB8AC3E}">
        <p14:creationId xmlns:p14="http://schemas.microsoft.com/office/powerpoint/2010/main" val="3862552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3D9F1-1DDE-2B39-6821-0FA73CDC5452}"/>
              </a:ext>
            </a:extLst>
          </p:cNvPr>
          <p:cNvSpPr>
            <a:spLocks noGrp="1"/>
          </p:cNvSpPr>
          <p:nvPr>
            <p:ph type="title"/>
          </p:nvPr>
        </p:nvSpPr>
        <p:spPr>
          <a:xfrm>
            <a:off x="1341119" y="341854"/>
            <a:ext cx="4208033" cy="841487"/>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Sequence Diagram:</a:t>
            </a:r>
          </a:p>
        </p:txBody>
      </p:sp>
      <p:pic>
        <p:nvPicPr>
          <p:cNvPr id="5" name="Content Placeholder 4">
            <a:extLst>
              <a:ext uri="{FF2B5EF4-FFF2-40B4-BE49-F238E27FC236}">
                <a16:creationId xmlns:a16="http://schemas.microsoft.com/office/drawing/2014/main" id="{524A1A5B-8D1D-612A-62AF-9505610C5FB5}"/>
              </a:ext>
            </a:extLst>
          </p:cNvPr>
          <p:cNvPicPr>
            <a:picLocks noGrp="1" noChangeAspect="1"/>
          </p:cNvPicPr>
          <p:nvPr>
            <p:ph idx="1"/>
          </p:nvPr>
        </p:nvPicPr>
        <p:blipFill>
          <a:blip r:embed="rId2"/>
          <a:stretch>
            <a:fillRect/>
          </a:stretch>
        </p:blipFill>
        <p:spPr>
          <a:xfrm>
            <a:off x="1341119" y="1354046"/>
            <a:ext cx="8286975" cy="4643341"/>
          </a:xfrm>
        </p:spPr>
      </p:pic>
    </p:spTree>
    <p:extLst>
      <p:ext uri="{BB962C8B-B14F-4D97-AF65-F5344CB8AC3E}">
        <p14:creationId xmlns:p14="http://schemas.microsoft.com/office/powerpoint/2010/main" val="94619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BF239-9245-C0D4-4B88-B4FD0ABB1FCC}"/>
              </a:ext>
            </a:extLst>
          </p:cNvPr>
          <p:cNvSpPr>
            <a:spLocks noGrp="1"/>
          </p:cNvSpPr>
          <p:nvPr>
            <p:ph type="title"/>
          </p:nvPr>
        </p:nvSpPr>
        <p:spPr>
          <a:xfrm>
            <a:off x="1341120" y="467360"/>
            <a:ext cx="3912198" cy="698052"/>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Use Case diagram:</a:t>
            </a:r>
          </a:p>
        </p:txBody>
      </p:sp>
      <p:pic>
        <p:nvPicPr>
          <p:cNvPr id="5" name="Content Placeholder 4">
            <a:extLst>
              <a:ext uri="{FF2B5EF4-FFF2-40B4-BE49-F238E27FC236}">
                <a16:creationId xmlns:a16="http://schemas.microsoft.com/office/drawing/2014/main" id="{FEFB6BEB-62D8-EA8C-B8FA-997CF527DECE}"/>
              </a:ext>
            </a:extLst>
          </p:cNvPr>
          <p:cNvPicPr>
            <a:picLocks noGrp="1" noChangeAspect="1"/>
          </p:cNvPicPr>
          <p:nvPr>
            <p:ph idx="1"/>
          </p:nvPr>
        </p:nvPicPr>
        <p:blipFill>
          <a:blip r:embed="rId2"/>
          <a:stretch>
            <a:fillRect/>
          </a:stretch>
        </p:blipFill>
        <p:spPr>
          <a:xfrm>
            <a:off x="1412838" y="1299882"/>
            <a:ext cx="6404386" cy="4320989"/>
          </a:xfrm>
        </p:spPr>
      </p:pic>
      <p:sp>
        <p:nvSpPr>
          <p:cNvPr id="6" name="TextBox 5">
            <a:extLst>
              <a:ext uri="{FF2B5EF4-FFF2-40B4-BE49-F238E27FC236}">
                <a16:creationId xmlns:a16="http://schemas.microsoft.com/office/drawing/2014/main" id="{C6C709D1-81CA-7350-5288-F78FDA461881}"/>
              </a:ext>
            </a:extLst>
          </p:cNvPr>
          <p:cNvSpPr txBox="1"/>
          <p:nvPr/>
        </p:nvSpPr>
        <p:spPr>
          <a:xfrm>
            <a:off x="8068235" y="2252699"/>
            <a:ext cx="3012141" cy="954107"/>
          </a:xfrm>
          <a:prstGeom prst="rect">
            <a:avLst/>
          </a:prstGeom>
          <a:noFill/>
          <a:ln>
            <a:solidFill>
              <a:schemeClr val="bg2"/>
            </a:solidFill>
          </a:ln>
        </p:spPr>
        <p:txBody>
          <a:bodyPr wrap="square" rtlCol="0" anchor="ctr" anchorCtr="1">
            <a:spAutoFit/>
          </a:bodyPr>
          <a:lstStyle/>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Design Pattern:</a:t>
            </a:r>
          </a:p>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Flyweight</a:t>
            </a:r>
          </a:p>
        </p:txBody>
      </p:sp>
    </p:spTree>
    <p:extLst>
      <p:ext uri="{BB962C8B-B14F-4D97-AF65-F5344CB8AC3E}">
        <p14:creationId xmlns:p14="http://schemas.microsoft.com/office/powerpoint/2010/main" val="426108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9C3CA-5CC2-23DB-0365-5803CF28AF25}"/>
              </a:ext>
            </a:extLst>
          </p:cNvPr>
          <p:cNvSpPr>
            <a:spLocks noGrp="1"/>
          </p:cNvSpPr>
          <p:nvPr>
            <p:ph type="ctrTitle"/>
          </p:nvPr>
        </p:nvSpPr>
        <p:spPr>
          <a:xfrm>
            <a:off x="1295400" y="2528046"/>
            <a:ext cx="9601200" cy="1275857"/>
          </a:xfrm>
        </p:spPr>
        <p:txBody>
          <a:bodyPr/>
          <a:lstStyle/>
          <a:p>
            <a:r>
              <a:rPr lang="en-US"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StopWatch</a:t>
            </a:r>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&amp; Timer</a:t>
            </a:r>
          </a:p>
        </p:txBody>
      </p:sp>
    </p:spTree>
    <p:extLst>
      <p:ext uri="{BB962C8B-B14F-4D97-AF65-F5344CB8AC3E}">
        <p14:creationId xmlns:p14="http://schemas.microsoft.com/office/powerpoint/2010/main" val="412567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0785" y="824753"/>
            <a:ext cx="5803750" cy="5531223"/>
          </a:xfrm>
        </p:spPr>
        <p:txBody>
          <a:bodyPr>
            <a:normAutofit fontScale="92500" lnSpcReduction="10000"/>
          </a:bodyPr>
          <a:lstStyle/>
          <a:p>
            <a:pPr marL="45720" indent="0">
              <a:buNone/>
            </a:pPr>
            <a:r>
              <a:rPr lang="en-US"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Purpose:</a:t>
            </a:r>
          </a:p>
          <a:p>
            <a:pPr marL="45720" indent="0">
              <a:buNone/>
            </a:pPr>
            <a:r>
              <a:rPr lang="en-US" sz="12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Stopwatch is used to measure the amount of time elapsed from a specific start time to a stop time. Timer counts down from a specified time to zero and is often used for tasks that require a set amount of time, such as cooking, workouts, or presentations.</a:t>
            </a:r>
          </a:p>
          <a:p>
            <a:pPr marL="45720" indent="0">
              <a:buNone/>
            </a:pPr>
            <a:r>
              <a:rPr lang="en-US"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Details:</a:t>
            </a:r>
          </a:p>
          <a:p>
            <a:pPr marL="45720" indent="0">
              <a:buNone/>
            </a:pPr>
            <a:r>
              <a:rPr lang="en-US" sz="1300" kern="1200" dirty="0">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rPr>
              <a:t>The user initiates the stopwatch by pressing the start </a:t>
            </a:r>
            <a:r>
              <a:rPr lang="en-US" sz="1300" kern="1200" dirty="0" err="1">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rPr>
              <a:t>button.The</a:t>
            </a:r>
            <a:r>
              <a:rPr lang="en-US" sz="1300" kern="1200" dirty="0">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rPr>
              <a:t> stopwatch begins running, continuously updating the elapsed time.</a:t>
            </a:r>
            <a:endParaRPr lang="en-US" sz="1300" dirty="0">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endParaRPr>
          </a:p>
          <a:p>
            <a:pPr marL="45720" indent="0" algn="l" rtl="0" eaLnBrk="1" latinLnBrk="0" hangingPunct="1">
              <a:lnSpc>
                <a:spcPct val="90000"/>
              </a:lnSpc>
              <a:spcBef>
                <a:spcPts val="1800"/>
              </a:spcBef>
              <a:spcAft>
                <a:spcPts val="0"/>
              </a:spcAft>
              <a:buNone/>
            </a:pPr>
            <a:r>
              <a:rPr lang="en-US" sz="1300" kern="1200" dirty="0">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rPr>
              <a:t>The user stops the stopwatch by pressing the stop button, capturing the total elapsed time.</a:t>
            </a:r>
            <a:endParaRPr lang="en-US" sz="1300" dirty="0">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endParaRPr>
          </a:p>
          <a:p>
            <a:pPr marL="45720" indent="0" algn="l" rtl="0" eaLnBrk="1" latinLnBrk="0" hangingPunct="1">
              <a:lnSpc>
                <a:spcPct val="90000"/>
              </a:lnSpc>
              <a:spcBef>
                <a:spcPts val="1800"/>
              </a:spcBef>
              <a:spcAft>
                <a:spcPts val="0"/>
              </a:spcAft>
              <a:buNone/>
            </a:pPr>
            <a:r>
              <a:rPr lang="en-US" sz="1300" kern="1200" dirty="0">
                <a:solidFill>
                  <a:schemeClr val="accent1">
                    <a:lumMod val="50000"/>
                  </a:schemeClr>
                </a:solidFill>
                <a:effectLst/>
                <a:latin typeface="ADLaM Display" panose="02010000000000000000" pitchFamily="2" charset="0"/>
                <a:ea typeface="ADLaM Display" panose="02010000000000000000" pitchFamily="2" charset="0"/>
                <a:cs typeface="ADLaM Display" panose="02010000000000000000" pitchFamily="2" charset="0"/>
              </a:rPr>
              <a:t>The elapsed time can then be recorded or reset for a new measurement.</a:t>
            </a:r>
          </a:p>
          <a:p>
            <a:pPr marL="45720" indent="0">
              <a:buNone/>
            </a:pPr>
            <a:r>
              <a:rPr lang="en-US" sz="13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user sets a specific countdown time on the timer.</a:t>
            </a:r>
          </a:p>
          <a:p>
            <a:pPr marL="45720" indent="0">
              <a:buNone/>
            </a:pPr>
            <a:r>
              <a:rPr lang="en-US" sz="13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Upon starting, the timer begins counting down from the set time.</a:t>
            </a:r>
          </a:p>
          <a:p>
            <a:pPr marL="45720" indent="0">
              <a:buNone/>
            </a:pPr>
            <a:r>
              <a:rPr lang="en-US" sz="13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timer may provide periodic updates or alarms as it counts down.</a:t>
            </a:r>
          </a:p>
          <a:p>
            <a:pPr marL="45720" indent="0">
              <a:buNone/>
            </a:pPr>
            <a:r>
              <a:rPr lang="en-US" sz="13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user can stop the timer before it reaches zero, if necessary.</a:t>
            </a:r>
          </a:p>
          <a:p>
            <a:pPr marL="45720" indent="0">
              <a:buNone/>
            </a:pPr>
            <a:r>
              <a:rPr lang="en-US" sz="13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Once the timer reaches zero, it typically triggers an alert or alarm to notify the user.</a:t>
            </a:r>
          </a:p>
          <a:p>
            <a:pPr marL="45720" indent="0">
              <a:buNone/>
            </a:pPr>
            <a:r>
              <a:rPr lang="en-US" sz="13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The user can reset the timer to its initial setting for reuse.</a:t>
            </a:r>
          </a:p>
          <a:p>
            <a:pPr marL="45720" indent="0" algn="l" rtl="0" eaLnBrk="1" latinLnBrk="0" hangingPunct="1">
              <a:lnSpc>
                <a:spcPct val="90000"/>
              </a:lnSpc>
              <a:spcBef>
                <a:spcPts val="1800"/>
              </a:spcBef>
              <a:spcAft>
                <a:spcPts val="0"/>
              </a:spcAft>
            </a:pPr>
            <a:endParaRPr lang="en-US" sz="1200" kern="1200" dirty="0">
              <a:solidFill>
                <a:srgbClr val="5A3471"/>
              </a:solidFill>
              <a:effectLst/>
              <a:latin typeface="Century Gothic" panose="020B0502020202020204" pitchFamily="34" charset="0"/>
              <a:ea typeface="+mn-ea"/>
              <a:cs typeface="+mn-cs"/>
            </a:endParaRPr>
          </a:p>
          <a:p>
            <a:pPr marL="45720" indent="0">
              <a:buNone/>
            </a:pPr>
            <a:endParaRPr lang="en-US" sz="1600" dirty="0"/>
          </a:p>
          <a:p>
            <a:pPr marL="45720" indent="0">
              <a:buNone/>
            </a:pPr>
            <a:endParaRPr lang="en-US" sz="1600" dirty="0"/>
          </a:p>
          <a:p>
            <a:pPr marL="45720" indent="0">
              <a:buNone/>
            </a:pPr>
            <a:endParaRPr lang="en-US" sz="1600" dirty="0"/>
          </a:p>
          <a:p>
            <a:pPr marL="45720" indent="0">
              <a:buNone/>
            </a:pPr>
            <a:endParaRPr lang="en-US" sz="1600" dirty="0"/>
          </a:p>
          <a:p>
            <a:pPr marL="45720" indent="0">
              <a:buNone/>
            </a:pPr>
            <a:endParaRPr lang="en-US" b="1" dirty="0">
              <a:solidFill>
                <a:schemeClr val="accent1">
                  <a:lumMod val="50000"/>
                </a:schemeClr>
              </a:solidFill>
            </a:endParaRPr>
          </a:p>
        </p:txBody>
      </p:sp>
      <p:pic>
        <p:nvPicPr>
          <p:cNvPr id="9" name="Picture 8">
            <a:extLst>
              <a:ext uri="{FF2B5EF4-FFF2-40B4-BE49-F238E27FC236}">
                <a16:creationId xmlns:a16="http://schemas.microsoft.com/office/drawing/2014/main" id="{53F004C8-5AF3-C370-6414-1709ED79CB4D}"/>
              </a:ext>
            </a:extLst>
          </p:cNvPr>
          <p:cNvPicPr>
            <a:picLocks noChangeAspect="1"/>
          </p:cNvPicPr>
          <p:nvPr/>
        </p:nvPicPr>
        <p:blipFill>
          <a:blip r:embed="rId2"/>
          <a:stretch>
            <a:fillRect/>
          </a:stretch>
        </p:blipFill>
        <p:spPr>
          <a:xfrm>
            <a:off x="9651494" y="270137"/>
            <a:ext cx="1409721" cy="2874264"/>
          </a:xfrm>
          <a:prstGeom prst="rect">
            <a:avLst/>
          </a:prstGeom>
        </p:spPr>
      </p:pic>
      <p:pic>
        <p:nvPicPr>
          <p:cNvPr id="12" name="Picture 11">
            <a:extLst>
              <a:ext uri="{FF2B5EF4-FFF2-40B4-BE49-F238E27FC236}">
                <a16:creationId xmlns:a16="http://schemas.microsoft.com/office/drawing/2014/main" id="{0CF98E17-B533-F771-F566-59FAACE86E6C}"/>
              </a:ext>
            </a:extLst>
          </p:cNvPr>
          <p:cNvPicPr>
            <a:picLocks noChangeAspect="1"/>
          </p:cNvPicPr>
          <p:nvPr/>
        </p:nvPicPr>
        <p:blipFill>
          <a:blip r:embed="rId3"/>
          <a:stretch>
            <a:fillRect/>
          </a:stretch>
        </p:blipFill>
        <p:spPr>
          <a:xfrm>
            <a:off x="9661654" y="3429000"/>
            <a:ext cx="1409721" cy="2866433"/>
          </a:xfrm>
          <a:prstGeom prst="rect">
            <a:avLst/>
          </a:prstGeom>
        </p:spPr>
      </p:pic>
      <p:pic>
        <p:nvPicPr>
          <p:cNvPr id="14" name="Picture 13">
            <a:extLst>
              <a:ext uri="{FF2B5EF4-FFF2-40B4-BE49-F238E27FC236}">
                <a16:creationId xmlns:a16="http://schemas.microsoft.com/office/drawing/2014/main" id="{EC0F0EAD-26EA-5CDA-1759-CBEFFABC5AD2}"/>
              </a:ext>
            </a:extLst>
          </p:cNvPr>
          <p:cNvPicPr>
            <a:picLocks noChangeAspect="1"/>
          </p:cNvPicPr>
          <p:nvPr/>
        </p:nvPicPr>
        <p:blipFill>
          <a:blip r:embed="rId4"/>
          <a:stretch>
            <a:fillRect/>
          </a:stretch>
        </p:blipFill>
        <p:spPr>
          <a:xfrm>
            <a:off x="7715119" y="270136"/>
            <a:ext cx="1482669" cy="2896696"/>
          </a:xfrm>
          <a:prstGeom prst="rect">
            <a:avLst/>
          </a:prstGeom>
        </p:spPr>
      </p:pic>
      <p:pic>
        <p:nvPicPr>
          <p:cNvPr id="18" name="Picture 17">
            <a:extLst>
              <a:ext uri="{FF2B5EF4-FFF2-40B4-BE49-F238E27FC236}">
                <a16:creationId xmlns:a16="http://schemas.microsoft.com/office/drawing/2014/main" id="{58FEB720-97BB-DBE6-4652-D8E91338C59C}"/>
              </a:ext>
            </a:extLst>
          </p:cNvPr>
          <p:cNvPicPr>
            <a:picLocks noChangeAspect="1"/>
          </p:cNvPicPr>
          <p:nvPr/>
        </p:nvPicPr>
        <p:blipFill>
          <a:blip r:embed="rId5"/>
          <a:stretch>
            <a:fillRect/>
          </a:stretch>
        </p:blipFill>
        <p:spPr>
          <a:xfrm>
            <a:off x="7715119" y="3429000"/>
            <a:ext cx="1409721" cy="2863824"/>
          </a:xfrm>
          <a:prstGeom prst="rect">
            <a:avLst/>
          </a:prstGeom>
        </p:spPr>
      </p:pic>
    </p:spTree>
    <p:extLst>
      <p:ext uri="{BB962C8B-B14F-4D97-AF65-F5344CB8AC3E}">
        <p14:creationId xmlns:p14="http://schemas.microsoft.com/office/powerpoint/2010/main" val="258390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43DD8-695F-2990-1011-8F04A641A47F}"/>
              </a:ext>
            </a:extLst>
          </p:cNvPr>
          <p:cNvSpPr>
            <a:spLocks noGrp="1"/>
          </p:cNvSpPr>
          <p:nvPr>
            <p:ph type="title"/>
          </p:nvPr>
        </p:nvSpPr>
        <p:spPr>
          <a:xfrm>
            <a:off x="1341120" y="467360"/>
            <a:ext cx="3965986" cy="769769"/>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Class Diagram:</a:t>
            </a:r>
          </a:p>
        </p:txBody>
      </p:sp>
      <p:pic>
        <p:nvPicPr>
          <p:cNvPr id="5" name="Content Placeholder 4">
            <a:extLst>
              <a:ext uri="{FF2B5EF4-FFF2-40B4-BE49-F238E27FC236}">
                <a16:creationId xmlns:a16="http://schemas.microsoft.com/office/drawing/2014/main" id="{763A150D-84C5-1764-8890-AFF28EEBA248}"/>
              </a:ext>
            </a:extLst>
          </p:cNvPr>
          <p:cNvPicPr>
            <a:picLocks noGrp="1" noChangeAspect="1"/>
          </p:cNvPicPr>
          <p:nvPr>
            <p:ph idx="1"/>
          </p:nvPr>
        </p:nvPicPr>
        <p:blipFill>
          <a:blip r:embed="rId2"/>
          <a:stretch>
            <a:fillRect/>
          </a:stretch>
        </p:blipFill>
        <p:spPr>
          <a:xfrm>
            <a:off x="1341119" y="1577788"/>
            <a:ext cx="7022951" cy="4388784"/>
          </a:xfrm>
        </p:spPr>
      </p:pic>
    </p:spTree>
    <p:extLst>
      <p:ext uri="{BB962C8B-B14F-4D97-AF65-F5344CB8AC3E}">
        <p14:creationId xmlns:p14="http://schemas.microsoft.com/office/powerpoint/2010/main" val="318871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0F79-D940-AECB-568F-5D7E4A4981EF}"/>
              </a:ext>
            </a:extLst>
          </p:cNvPr>
          <p:cNvSpPr>
            <a:spLocks noGrp="1"/>
          </p:cNvSpPr>
          <p:nvPr>
            <p:ph type="title"/>
          </p:nvPr>
        </p:nvSpPr>
        <p:spPr>
          <a:xfrm>
            <a:off x="1129553" y="207384"/>
            <a:ext cx="4692127" cy="742875"/>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Sequence Diagram:</a:t>
            </a:r>
          </a:p>
        </p:txBody>
      </p:sp>
      <p:pic>
        <p:nvPicPr>
          <p:cNvPr id="5" name="Content Placeholder 4">
            <a:extLst>
              <a:ext uri="{FF2B5EF4-FFF2-40B4-BE49-F238E27FC236}">
                <a16:creationId xmlns:a16="http://schemas.microsoft.com/office/drawing/2014/main" id="{6EED588F-A0B8-7116-5168-5DE4C1AC5E08}"/>
              </a:ext>
            </a:extLst>
          </p:cNvPr>
          <p:cNvPicPr>
            <a:picLocks noGrp="1" noChangeAspect="1"/>
          </p:cNvPicPr>
          <p:nvPr>
            <p:ph idx="1"/>
          </p:nvPr>
        </p:nvPicPr>
        <p:blipFill>
          <a:blip r:embed="rId2"/>
          <a:stretch>
            <a:fillRect/>
          </a:stretch>
        </p:blipFill>
        <p:spPr>
          <a:xfrm>
            <a:off x="1129553" y="1147482"/>
            <a:ext cx="9090212" cy="5423647"/>
          </a:xfrm>
        </p:spPr>
      </p:pic>
    </p:spTree>
    <p:extLst>
      <p:ext uri="{BB962C8B-B14F-4D97-AF65-F5344CB8AC3E}">
        <p14:creationId xmlns:p14="http://schemas.microsoft.com/office/powerpoint/2010/main" val="22888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2846-B08D-BF55-3867-256D2997D2BD}"/>
              </a:ext>
            </a:extLst>
          </p:cNvPr>
          <p:cNvSpPr>
            <a:spLocks noGrp="1"/>
          </p:cNvSpPr>
          <p:nvPr>
            <p:ph type="title"/>
          </p:nvPr>
        </p:nvSpPr>
        <p:spPr>
          <a:xfrm>
            <a:off x="877843" y="548042"/>
            <a:ext cx="4342504" cy="689087"/>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Use Case Diagram:</a:t>
            </a:r>
          </a:p>
        </p:txBody>
      </p:sp>
      <p:pic>
        <p:nvPicPr>
          <p:cNvPr id="9" name="Content Placeholder 8">
            <a:extLst>
              <a:ext uri="{FF2B5EF4-FFF2-40B4-BE49-F238E27FC236}">
                <a16:creationId xmlns:a16="http://schemas.microsoft.com/office/drawing/2014/main" id="{EEBC237D-18C1-8DC5-A4E5-D166C07F53F8}"/>
              </a:ext>
            </a:extLst>
          </p:cNvPr>
          <p:cNvPicPr>
            <a:picLocks noGrp="1" noChangeAspect="1"/>
          </p:cNvPicPr>
          <p:nvPr>
            <p:ph idx="1"/>
          </p:nvPr>
        </p:nvPicPr>
        <p:blipFill>
          <a:blip r:embed="rId2"/>
          <a:stretch>
            <a:fillRect/>
          </a:stretch>
        </p:blipFill>
        <p:spPr>
          <a:xfrm>
            <a:off x="886808" y="1603227"/>
            <a:ext cx="9509125" cy="1210529"/>
          </a:xfrm>
        </p:spPr>
      </p:pic>
      <p:sp>
        <p:nvSpPr>
          <p:cNvPr id="10" name="TextBox 9">
            <a:extLst>
              <a:ext uri="{FF2B5EF4-FFF2-40B4-BE49-F238E27FC236}">
                <a16:creationId xmlns:a16="http://schemas.microsoft.com/office/drawing/2014/main" id="{D91DAA17-A047-568F-9B84-BDCBC5E678AD}"/>
              </a:ext>
            </a:extLst>
          </p:cNvPr>
          <p:cNvSpPr txBox="1"/>
          <p:nvPr/>
        </p:nvSpPr>
        <p:spPr>
          <a:xfrm>
            <a:off x="3200400" y="4189529"/>
            <a:ext cx="4320988" cy="1231106"/>
          </a:xfrm>
          <a:prstGeom prst="rect">
            <a:avLst/>
          </a:prstGeom>
          <a:noFill/>
          <a:ln>
            <a:solidFill>
              <a:schemeClr val="bg2"/>
            </a:solidFill>
          </a:ln>
        </p:spPr>
        <p:txBody>
          <a:bodyPr wrap="square" rtlCol="0" anchor="ctr" anchorCtr="1">
            <a:spAutoFit/>
          </a:bodyPr>
          <a:lstStyle/>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Design Pattern:</a:t>
            </a:r>
          </a:p>
          <a:p>
            <a:r>
              <a:rPr lang="en-US" sz="28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Factory</a:t>
            </a:r>
          </a:p>
          <a:p>
            <a:endParaRPr lang="en-US" dirty="0"/>
          </a:p>
        </p:txBody>
      </p:sp>
    </p:spTree>
    <p:extLst>
      <p:ext uri="{BB962C8B-B14F-4D97-AF65-F5344CB8AC3E}">
        <p14:creationId xmlns:p14="http://schemas.microsoft.com/office/powerpoint/2010/main" val="39236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6432-013C-074E-23EF-CA43921DB913}"/>
              </a:ext>
            </a:extLst>
          </p:cNvPr>
          <p:cNvSpPr>
            <a:spLocks noGrp="1"/>
          </p:cNvSpPr>
          <p:nvPr>
            <p:ph type="ctrTitle"/>
          </p:nvPr>
        </p:nvSpPr>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Attendance Calculator</a:t>
            </a:r>
          </a:p>
        </p:txBody>
      </p:sp>
    </p:spTree>
    <p:extLst>
      <p:ext uri="{BB962C8B-B14F-4D97-AF65-F5344CB8AC3E}">
        <p14:creationId xmlns:p14="http://schemas.microsoft.com/office/powerpoint/2010/main" val="426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7DFE-DF5A-6200-96DA-9430E6E8FD6A}"/>
              </a:ext>
            </a:extLst>
          </p:cNvPr>
          <p:cNvSpPr>
            <a:spLocks noGrp="1"/>
          </p:cNvSpPr>
          <p:nvPr>
            <p:ph type="title"/>
          </p:nvPr>
        </p:nvSpPr>
        <p:spPr>
          <a:xfrm>
            <a:off x="1341120" y="467360"/>
            <a:ext cx="2872292" cy="733911"/>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Attendance:</a:t>
            </a:r>
          </a:p>
        </p:txBody>
      </p:sp>
      <p:sp>
        <p:nvSpPr>
          <p:cNvPr id="3" name="Content Placeholder 2">
            <a:extLst>
              <a:ext uri="{FF2B5EF4-FFF2-40B4-BE49-F238E27FC236}">
                <a16:creationId xmlns:a16="http://schemas.microsoft.com/office/drawing/2014/main" id="{5B9756DF-F366-7798-C62D-BA74D7E44855}"/>
              </a:ext>
            </a:extLst>
          </p:cNvPr>
          <p:cNvSpPr>
            <a:spLocks noGrp="1"/>
          </p:cNvSpPr>
          <p:nvPr>
            <p:ph idx="1"/>
          </p:nvPr>
        </p:nvSpPr>
        <p:spPr>
          <a:xfrm>
            <a:off x="1341120" y="1380565"/>
            <a:ext cx="4978998" cy="4649014"/>
          </a:xfrm>
        </p:spPr>
        <p:txBody>
          <a:bodyPr>
            <a:normAutofit/>
          </a:bodyPr>
          <a:lstStyle/>
          <a:p>
            <a:pPr marL="0" indent="0" algn="l" rtl="0" eaLnBrk="1" latinLnBrk="0" hangingPunct="1">
              <a:spcBef>
                <a:spcPts val="0"/>
              </a:spcBef>
              <a:spcAft>
                <a:spcPts val="0"/>
              </a:spcAft>
              <a:buNone/>
            </a:pPr>
            <a:r>
              <a:rPr lang="en-US" sz="18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Purpose:</a:t>
            </a:r>
          </a:p>
          <a:p>
            <a:pPr marL="0" indent="0" algn="l" rtl="0" eaLnBrk="1" latinLnBrk="0" hangingPunct="1">
              <a:spcBef>
                <a:spcPts val="0"/>
              </a:spcBef>
              <a:spcAft>
                <a:spcPts val="0"/>
              </a:spcAft>
              <a:buNone/>
            </a:pPr>
            <a:endParaRPr lang="en-US" dirty="0">
              <a:effectLst/>
            </a:endParaRP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The *Attendance Calculator* in the </a:t>
            </a:r>
            <a:r>
              <a:rPr lang="en-US" sz="1400" kern="1200" dirty="0" err="1">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ToDo</a:t>
            </a: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 List app tracks attendance by allowing users to input data for classes or events, calculates attendance percentages, sets attendance goals, and provides alerts. It helps users manage and monitor their attendance effectively.</a:t>
            </a:r>
          </a:p>
          <a:p>
            <a:pPr marL="0" indent="0" algn="l" rtl="0" eaLnBrk="1" latinLnBrk="0" hangingPunct="1">
              <a:spcBef>
                <a:spcPts val="0"/>
              </a:spcBef>
              <a:spcAft>
                <a:spcPts val="0"/>
              </a:spcAft>
              <a:buNone/>
            </a:pPr>
            <a:br>
              <a:rPr lang="en-US" sz="1800" kern="1200"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br>
            <a:r>
              <a:rPr lang="en-US" sz="1800" b="1"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Details:</a:t>
            </a:r>
            <a:endParaRPr lang="en-US" dirty="0">
              <a:effectLst/>
            </a:endParaRPr>
          </a:p>
          <a:p>
            <a:pPr marL="0" indent="0" algn="l" rtl="0" eaLnBrk="1" latinLnBrk="0" hangingPunct="1">
              <a:spcBef>
                <a:spcPts val="0"/>
              </a:spcBef>
              <a:spcAft>
                <a:spcPts val="0"/>
              </a:spcAft>
              <a:buNone/>
            </a:pPr>
            <a:br>
              <a:rPr lang="en-US" sz="1800" kern="1200" dirty="0">
                <a:solidFill>
                  <a:srgbClr val="000000"/>
                </a:solidFill>
                <a:effectLst/>
                <a:latin typeface="ADLaM Display" panose="02010000000000000000" pitchFamily="2" charset="0"/>
                <a:ea typeface="ADLaM Display" panose="02010000000000000000" pitchFamily="2" charset="0"/>
                <a:cs typeface="ADLaM Display" panose="02010000000000000000" pitchFamily="2" charset="0"/>
              </a:rPr>
            </a:b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1. Allows users to input attendance records for various classes or events.</a:t>
            </a: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2. Automatically calculates the attendance percentage based on the entered data.</a:t>
            </a: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3. Users can set attendance goals and receive alerts to ensure they meet required thresholds.</a:t>
            </a:r>
          </a:p>
          <a:p>
            <a:pPr marL="0" indent="0" algn="l" rtl="0" eaLnBrk="1" latinLnBrk="0" hangingPunct="1">
              <a:spcBef>
                <a:spcPts val="0"/>
              </a:spcBef>
              <a:spcAft>
                <a:spcPts val="0"/>
              </a:spcAft>
              <a:buNone/>
            </a:pPr>
            <a:r>
              <a:rPr lang="en-US" sz="1400" kern="1200" dirty="0">
                <a:solidFill>
                  <a:srgbClr val="5A3471"/>
                </a:solidFill>
                <a:effectLst/>
                <a:latin typeface="ADLaM Display" panose="02010000000000000000" pitchFamily="2" charset="0"/>
                <a:ea typeface="ADLaM Display" panose="02010000000000000000" pitchFamily="2" charset="0"/>
                <a:cs typeface="ADLaM Display" panose="02010000000000000000" pitchFamily="2" charset="0"/>
              </a:rPr>
              <a:t>4. Provides tools to track and manage attendance records effectively.</a:t>
            </a:r>
            <a:endParaRPr lang="en-US" dirty="0"/>
          </a:p>
        </p:txBody>
      </p:sp>
      <p:pic>
        <p:nvPicPr>
          <p:cNvPr id="5" name="Picture 4">
            <a:extLst>
              <a:ext uri="{FF2B5EF4-FFF2-40B4-BE49-F238E27FC236}">
                <a16:creationId xmlns:a16="http://schemas.microsoft.com/office/drawing/2014/main" id="{0201D0A3-7A1A-8C3C-4A4E-A2DB812C2FAD}"/>
              </a:ext>
            </a:extLst>
          </p:cNvPr>
          <p:cNvPicPr>
            <a:picLocks noChangeAspect="1"/>
          </p:cNvPicPr>
          <p:nvPr/>
        </p:nvPicPr>
        <p:blipFill>
          <a:blip r:embed="rId2"/>
          <a:stretch>
            <a:fillRect/>
          </a:stretch>
        </p:blipFill>
        <p:spPr>
          <a:xfrm>
            <a:off x="7472935" y="270798"/>
            <a:ext cx="1687712" cy="2955524"/>
          </a:xfrm>
          <a:prstGeom prst="rect">
            <a:avLst/>
          </a:prstGeom>
        </p:spPr>
      </p:pic>
      <p:pic>
        <p:nvPicPr>
          <p:cNvPr id="7" name="Picture 6">
            <a:extLst>
              <a:ext uri="{FF2B5EF4-FFF2-40B4-BE49-F238E27FC236}">
                <a16:creationId xmlns:a16="http://schemas.microsoft.com/office/drawing/2014/main" id="{A97541EA-AF18-B681-0FC4-0B8720FF1A39}"/>
              </a:ext>
            </a:extLst>
          </p:cNvPr>
          <p:cNvPicPr>
            <a:picLocks noChangeAspect="1"/>
          </p:cNvPicPr>
          <p:nvPr/>
        </p:nvPicPr>
        <p:blipFill>
          <a:blip r:embed="rId3"/>
          <a:stretch>
            <a:fillRect/>
          </a:stretch>
        </p:blipFill>
        <p:spPr>
          <a:xfrm>
            <a:off x="9579641" y="270798"/>
            <a:ext cx="1760712" cy="2939450"/>
          </a:xfrm>
          <a:prstGeom prst="rect">
            <a:avLst/>
          </a:prstGeom>
        </p:spPr>
      </p:pic>
      <p:pic>
        <p:nvPicPr>
          <p:cNvPr id="9" name="Picture 8">
            <a:extLst>
              <a:ext uri="{FF2B5EF4-FFF2-40B4-BE49-F238E27FC236}">
                <a16:creationId xmlns:a16="http://schemas.microsoft.com/office/drawing/2014/main" id="{AD25470D-CFBF-C587-AEFA-A12669A33C7E}"/>
              </a:ext>
            </a:extLst>
          </p:cNvPr>
          <p:cNvPicPr>
            <a:picLocks noChangeAspect="1"/>
          </p:cNvPicPr>
          <p:nvPr/>
        </p:nvPicPr>
        <p:blipFill>
          <a:blip r:embed="rId4"/>
          <a:stretch>
            <a:fillRect/>
          </a:stretch>
        </p:blipFill>
        <p:spPr>
          <a:xfrm>
            <a:off x="7472935" y="3534743"/>
            <a:ext cx="1687712" cy="2817900"/>
          </a:xfrm>
          <a:prstGeom prst="rect">
            <a:avLst/>
          </a:prstGeom>
        </p:spPr>
      </p:pic>
      <p:pic>
        <p:nvPicPr>
          <p:cNvPr id="11" name="Picture 10">
            <a:extLst>
              <a:ext uri="{FF2B5EF4-FFF2-40B4-BE49-F238E27FC236}">
                <a16:creationId xmlns:a16="http://schemas.microsoft.com/office/drawing/2014/main" id="{90E27513-DD23-2610-6A85-F00F8AE10BA9}"/>
              </a:ext>
            </a:extLst>
          </p:cNvPr>
          <p:cNvPicPr>
            <a:picLocks noChangeAspect="1"/>
          </p:cNvPicPr>
          <p:nvPr/>
        </p:nvPicPr>
        <p:blipFill>
          <a:blip r:embed="rId5"/>
          <a:stretch>
            <a:fillRect/>
          </a:stretch>
        </p:blipFill>
        <p:spPr>
          <a:xfrm>
            <a:off x="9626301" y="3534743"/>
            <a:ext cx="1617309" cy="2817900"/>
          </a:xfrm>
          <a:prstGeom prst="rect">
            <a:avLst/>
          </a:prstGeom>
        </p:spPr>
      </p:pic>
    </p:spTree>
    <p:extLst>
      <p:ext uri="{BB962C8B-B14F-4D97-AF65-F5344CB8AC3E}">
        <p14:creationId xmlns:p14="http://schemas.microsoft.com/office/powerpoint/2010/main" val="3945108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B892-ECEB-C947-6302-7B60EC1A830C}"/>
              </a:ext>
            </a:extLst>
          </p:cNvPr>
          <p:cNvSpPr>
            <a:spLocks noGrp="1"/>
          </p:cNvSpPr>
          <p:nvPr>
            <p:ph type="title"/>
          </p:nvPr>
        </p:nvSpPr>
        <p:spPr>
          <a:xfrm>
            <a:off x="1341120" y="467360"/>
            <a:ext cx="3454998" cy="832522"/>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Class diagram:</a:t>
            </a:r>
          </a:p>
        </p:txBody>
      </p:sp>
      <p:pic>
        <p:nvPicPr>
          <p:cNvPr id="5" name="Content Placeholder 4">
            <a:extLst>
              <a:ext uri="{FF2B5EF4-FFF2-40B4-BE49-F238E27FC236}">
                <a16:creationId xmlns:a16="http://schemas.microsoft.com/office/drawing/2014/main" id="{3DE7D89B-5E22-3D25-6ED7-50B9136BCE79}"/>
              </a:ext>
            </a:extLst>
          </p:cNvPr>
          <p:cNvPicPr>
            <a:picLocks noGrp="1" noChangeAspect="1"/>
          </p:cNvPicPr>
          <p:nvPr>
            <p:ph idx="1"/>
          </p:nvPr>
        </p:nvPicPr>
        <p:blipFill>
          <a:blip r:embed="rId2"/>
          <a:stretch>
            <a:fillRect/>
          </a:stretch>
        </p:blipFill>
        <p:spPr>
          <a:xfrm>
            <a:off x="1219200" y="1497105"/>
            <a:ext cx="9771529" cy="4536141"/>
          </a:xfrm>
        </p:spPr>
      </p:pic>
    </p:spTree>
    <p:extLst>
      <p:ext uri="{BB962C8B-B14F-4D97-AF65-F5344CB8AC3E}">
        <p14:creationId xmlns:p14="http://schemas.microsoft.com/office/powerpoint/2010/main" val="235919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5627A-4409-6C79-A824-FBB36D9373BF}"/>
              </a:ext>
            </a:extLst>
          </p:cNvPr>
          <p:cNvSpPr>
            <a:spLocks noGrp="1"/>
          </p:cNvSpPr>
          <p:nvPr>
            <p:ph type="title"/>
          </p:nvPr>
        </p:nvSpPr>
        <p:spPr>
          <a:xfrm>
            <a:off x="1341120" y="467360"/>
            <a:ext cx="4459045" cy="653228"/>
          </a:xfrm>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Sequence Diagram:</a:t>
            </a:r>
          </a:p>
        </p:txBody>
      </p:sp>
      <p:pic>
        <p:nvPicPr>
          <p:cNvPr id="5" name="Content Placeholder 4">
            <a:extLst>
              <a:ext uri="{FF2B5EF4-FFF2-40B4-BE49-F238E27FC236}">
                <a16:creationId xmlns:a16="http://schemas.microsoft.com/office/drawing/2014/main" id="{69E1DF07-3179-B426-2703-35321BF946F7}"/>
              </a:ext>
            </a:extLst>
          </p:cNvPr>
          <p:cNvPicPr>
            <a:picLocks noGrp="1" noChangeAspect="1"/>
          </p:cNvPicPr>
          <p:nvPr>
            <p:ph idx="1"/>
          </p:nvPr>
        </p:nvPicPr>
        <p:blipFill>
          <a:blip r:embed="rId2"/>
          <a:stretch>
            <a:fillRect/>
          </a:stretch>
        </p:blipFill>
        <p:spPr>
          <a:xfrm>
            <a:off x="1210235" y="1263650"/>
            <a:ext cx="9565133" cy="4765675"/>
          </a:xfrm>
        </p:spPr>
      </p:pic>
    </p:spTree>
    <p:extLst>
      <p:ext uri="{BB962C8B-B14F-4D97-AF65-F5344CB8AC3E}">
        <p14:creationId xmlns:p14="http://schemas.microsoft.com/office/powerpoint/2010/main" val="190625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507F-94CD-CB5A-C42F-46758D6DAEAB}"/>
              </a:ext>
            </a:extLst>
          </p:cNvPr>
          <p:cNvSpPr>
            <a:spLocks noGrp="1"/>
          </p:cNvSpPr>
          <p:nvPr>
            <p:ph type="title"/>
          </p:nvPr>
        </p:nvSpPr>
        <p:spPr>
          <a:xfrm>
            <a:off x="1341120" y="467360"/>
            <a:ext cx="3948056" cy="760805"/>
          </a:xfrm>
        </p:spPr>
        <p:txBody>
          <a:bodyPr>
            <a:normAutofit fontScale="90000"/>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Use Case Diagram:</a:t>
            </a:r>
          </a:p>
        </p:txBody>
      </p:sp>
      <p:pic>
        <p:nvPicPr>
          <p:cNvPr id="5" name="Content Placeholder 4">
            <a:extLst>
              <a:ext uri="{FF2B5EF4-FFF2-40B4-BE49-F238E27FC236}">
                <a16:creationId xmlns:a16="http://schemas.microsoft.com/office/drawing/2014/main" id="{B08669D1-456D-1475-F17A-46F746288295}"/>
              </a:ext>
            </a:extLst>
          </p:cNvPr>
          <p:cNvPicPr>
            <a:picLocks noGrp="1" noChangeAspect="1"/>
          </p:cNvPicPr>
          <p:nvPr>
            <p:ph idx="1"/>
          </p:nvPr>
        </p:nvPicPr>
        <p:blipFill>
          <a:blip r:embed="rId2"/>
          <a:stretch>
            <a:fillRect/>
          </a:stretch>
        </p:blipFill>
        <p:spPr>
          <a:xfrm>
            <a:off x="1341120" y="1365250"/>
            <a:ext cx="6754009" cy="4470774"/>
          </a:xfrm>
        </p:spPr>
      </p:pic>
      <p:sp>
        <p:nvSpPr>
          <p:cNvPr id="6" name="TextBox 5">
            <a:extLst>
              <a:ext uri="{FF2B5EF4-FFF2-40B4-BE49-F238E27FC236}">
                <a16:creationId xmlns:a16="http://schemas.microsoft.com/office/drawing/2014/main" id="{36C72F80-96BD-35E1-E253-C8A41A430286}"/>
              </a:ext>
            </a:extLst>
          </p:cNvPr>
          <p:cNvSpPr txBox="1"/>
          <p:nvPr/>
        </p:nvSpPr>
        <p:spPr>
          <a:xfrm>
            <a:off x="8982635" y="2749496"/>
            <a:ext cx="2510118" cy="1107996"/>
          </a:xfrm>
          <a:prstGeom prst="rect">
            <a:avLst/>
          </a:prstGeom>
          <a:noFill/>
          <a:ln>
            <a:solidFill>
              <a:schemeClr val="bg2"/>
            </a:solidFill>
          </a:ln>
        </p:spPr>
        <p:txBody>
          <a:bodyPr wrap="square" rtlCol="0" anchor="ctr" anchorCtr="1">
            <a:spAutoFit/>
          </a:bodyPr>
          <a:lstStyle/>
          <a:p>
            <a:r>
              <a:rPr lang="en-US" sz="24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Design Pattern:</a:t>
            </a:r>
          </a:p>
          <a:p>
            <a:r>
              <a:rPr lang="en-US" sz="24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MVC</a:t>
            </a:r>
          </a:p>
          <a:p>
            <a:endParaRPr lang="en-US" dirty="0"/>
          </a:p>
        </p:txBody>
      </p:sp>
    </p:spTree>
    <p:extLst>
      <p:ext uri="{BB962C8B-B14F-4D97-AF65-F5344CB8AC3E}">
        <p14:creationId xmlns:p14="http://schemas.microsoft.com/office/powerpoint/2010/main" val="16980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4EF48-A956-6EE4-37C8-415F7D1B0DC8}"/>
              </a:ext>
            </a:extLst>
          </p:cNvPr>
          <p:cNvSpPr>
            <a:spLocks noGrp="1"/>
          </p:cNvSpPr>
          <p:nvPr>
            <p:ph type="ctrTitle"/>
          </p:nvPr>
        </p:nvSpPr>
        <p:spPr/>
        <p:txBody>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App Other Options</a:t>
            </a:r>
          </a:p>
        </p:txBody>
      </p:sp>
    </p:spTree>
    <p:extLst>
      <p:ext uri="{BB962C8B-B14F-4D97-AF65-F5344CB8AC3E}">
        <p14:creationId xmlns:p14="http://schemas.microsoft.com/office/powerpoint/2010/main" val="2980530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56E9703-BBFF-B619-D0C2-471C8A194255}"/>
              </a:ext>
            </a:extLst>
          </p:cNvPr>
          <p:cNvPicPr>
            <a:picLocks noGrp="1" noChangeAspect="1"/>
          </p:cNvPicPr>
          <p:nvPr>
            <p:ph idx="1"/>
          </p:nvPr>
        </p:nvPicPr>
        <p:blipFill>
          <a:blip r:embed="rId2"/>
          <a:stretch>
            <a:fillRect/>
          </a:stretch>
        </p:blipFill>
        <p:spPr>
          <a:xfrm>
            <a:off x="2005234" y="467360"/>
            <a:ext cx="1653092" cy="2863899"/>
          </a:xfrm>
        </p:spPr>
      </p:pic>
      <p:pic>
        <p:nvPicPr>
          <p:cNvPr id="7" name="Picture 6">
            <a:extLst>
              <a:ext uri="{FF2B5EF4-FFF2-40B4-BE49-F238E27FC236}">
                <a16:creationId xmlns:a16="http://schemas.microsoft.com/office/drawing/2014/main" id="{D491D345-4DD8-3E57-2EBE-69623A2D75CA}"/>
              </a:ext>
            </a:extLst>
          </p:cNvPr>
          <p:cNvPicPr>
            <a:picLocks noChangeAspect="1"/>
          </p:cNvPicPr>
          <p:nvPr/>
        </p:nvPicPr>
        <p:blipFill>
          <a:blip r:embed="rId3"/>
          <a:stretch>
            <a:fillRect/>
          </a:stretch>
        </p:blipFill>
        <p:spPr>
          <a:xfrm>
            <a:off x="4142384" y="467360"/>
            <a:ext cx="1653091" cy="2863899"/>
          </a:xfrm>
          <a:prstGeom prst="rect">
            <a:avLst/>
          </a:prstGeom>
        </p:spPr>
      </p:pic>
      <p:pic>
        <p:nvPicPr>
          <p:cNvPr id="9" name="Picture 8">
            <a:extLst>
              <a:ext uri="{FF2B5EF4-FFF2-40B4-BE49-F238E27FC236}">
                <a16:creationId xmlns:a16="http://schemas.microsoft.com/office/drawing/2014/main" id="{B94C046A-0D38-FCF4-D5AF-3B1F92A1F3D8}"/>
              </a:ext>
            </a:extLst>
          </p:cNvPr>
          <p:cNvPicPr>
            <a:picLocks noChangeAspect="1"/>
          </p:cNvPicPr>
          <p:nvPr/>
        </p:nvPicPr>
        <p:blipFill>
          <a:blip r:embed="rId4"/>
          <a:stretch>
            <a:fillRect/>
          </a:stretch>
        </p:blipFill>
        <p:spPr>
          <a:xfrm>
            <a:off x="6368753" y="450344"/>
            <a:ext cx="1653092" cy="2863899"/>
          </a:xfrm>
          <a:prstGeom prst="rect">
            <a:avLst/>
          </a:prstGeom>
        </p:spPr>
      </p:pic>
      <p:pic>
        <p:nvPicPr>
          <p:cNvPr id="11" name="Picture 10">
            <a:extLst>
              <a:ext uri="{FF2B5EF4-FFF2-40B4-BE49-F238E27FC236}">
                <a16:creationId xmlns:a16="http://schemas.microsoft.com/office/drawing/2014/main" id="{D5B7D441-70C6-B590-1124-DE16A2AE4CA2}"/>
              </a:ext>
            </a:extLst>
          </p:cNvPr>
          <p:cNvPicPr>
            <a:picLocks noChangeAspect="1"/>
          </p:cNvPicPr>
          <p:nvPr/>
        </p:nvPicPr>
        <p:blipFill>
          <a:blip r:embed="rId5"/>
          <a:stretch>
            <a:fillRect/>
          </a:stretch>
        </p:blipFill>
        <p:spPr>
          <a:xfrm>
            <a:off x="8595123" y="1812066"/>
            <a:ext cx="1653092" cy="2829868"/>
          </a:xfrm>
          <a:prstGeom prst="rect">
            <a:avLst/>
          </a:prstGeom>
        </p:spPr>
      </p:pic>
      <p:pic>
        <p:nvPicPr>
          <p:cNvPr id="13" name="Picture 12">
            <a:extLst>
              <a:ext uri="{FF2B5EF4-FFF2-40B4-BE49-F238E27FC236}">
                <a16:creationId xmlns:a16="http://schemas.microsoft.com/office/drawing/2014/main" id="{8EB8E1A1-EC77-CAB6-5976-E604E4B2A4EB}"/>
              </a:ext>
            </a:extLst>
          </p:cNvPr>
          <p:cNvPicPr>
            <a:picLocks noChangeAspect="1"/>
          </p:cNvPicPr>
          <p:nvPr/>
        </p:nvPicPr>
        <p:blipFill>
          <a:blip r:embed="rId6"/>
          <a:stretch>
            <a:fillRect/>
          </a:stretch>
        </p:blipFill>
        <p:spPr>
          <a:xfrm>
            <a:off x="2005234" y="3644515"/>
            <a:ext cx="1653092" cy="2746125"/>
          </a:xfrm>
          <a:prstGeom prst="rect">
            <a:avLst/>
          </a:prstGeom>
        </p:spPr>
      </p:pic>
      <p:pic>
        <p:nvPicPr>
          <p:cNvPr id="15" name="Picture 14">
            <a:extLst>
              <a:ext uri="{FF2B5EF4-FFF2-40B4-BE49-F238E27FC236}">
                <a16:creationId xmlns:a16="http://schemas.microsoft.com/office/drawing/2014/main" id="{889D66B4-EF27-B09D-997D-7DB297157AD9}"/>
              </a:ext>
            </a:extLst>
          </p:cNvPr>
          <p:cNvPicPr>
            <a:picLocks noChangeAspect="1"/>
          </p:cNvPicPr>
          <p:nvPr/>
        </p:nvPicPr>
        <p:blipFill>
          <a:blip r:embed="rId7"/>
          <a:stretch>
            <a:fillRect/>
          </a:stretch>
        </p:blipFill>
        <p:spPr>
          <a:xfrm>
            <a:off x="4170157" y="3644515"/>
            <a:ext cx="1653091" cy="2730288"/>
          </a:xfrm>
          <a:prstGeom prst="rect">
            <a:avLst/>
          </a:prstGeom>
        </p:spPr>
      </p:pic>
      <p:pic>
        <p:nvPicPr>
          <p:cNvPr id="17" name="Picture 16">
            <a:extLst>
              <a:ext uri="{FF2B5EF4-FFF2-40B4-BE49-F238E27FC236}">
                <a16:creationId xmlns:a16="http://schemas.microsoft.com/office/drawing/2014/main" id="{12AEE57C-6C18-938D-23E1-8438CDAAD111}"/>
              </a:ext>
            </a:extLst>
          </p:cNvPr>
          <p:cNvPicPr>
            <a:picLocks noChangeAspect="1"/>
          </p:cNvPicPr>
          <p:nvPr/>
        </p:nvPicPr>
        <p:blipFill>
          <a:blip r:embed="rId8"/>
          <a:stretch>
            <a:fillRect/>
          </a:stretch>
        </p:blipFill>
        <p:spPr>
          <a:xfrm>
            <a:off x="6338273" y="3644515"/>
            <a:ext cx="1653092" cy="2617746"/>
          </a:xfrm>
          <a:prstGeom prst="rect">
            <a:avLst/>
          </a:prstGeom>
        </p:spPr>
      </p:pic>
    </p:spTree>
    <p:extLst>
      <p:ext uri="{BB962C8B-B14F-4D97-AF65-F5344CB8AC3E}">
        <p14:creationId xmlns:p14="http://schemas.microsoft.com/office/powerpoint/2010/main" val="365524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33B11-11F5-60B4-D8A3-BA536A849B6E}"/>
              </a:ext>
            </a:extLst>
          </p:cNvPr>
          <p:cNvSpPr>
            <a:spLocks noGrp="1"/>
          </p:cNvSpPr>
          <p:nvPr>
            <p:ph type="ctrTitle"/>
          </p:nvPr>
        </p:nvSpPr>
        <p:spPr>
          <a:xfrm>
            <a:off x="1017494" y="2043952"/>
            <a:ext cx="9601200" cy="1033810"/>
          </a:xfrm>
        </p:spPr>
        <p:txBody>
          <a:bodyPr/>
          <a:lstStyle/>
          <a:p>
            <a:r>
              <a:rPr lang="en-US" sz="36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Thank You</a:t>
            </a:r>
            <a:br>
              <a:rPr lang="en-US" dirty="0">
                <a:solidFill>
                  <a:schemeClr val="accent1">
                    <a:lumMod val="50000"/>
                  </a:schemeClr>
                </a:solidFill>
              </a:rPr>
            </a:br>
            <a:r>
              <a:rPr lang="en-US" sz="2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Our </a:t>
            </a:r>
            <a:r>
              <a:rPr lang="en-US" sz="2400"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Honourable</a:t>
            </a:r>
            <a:r>
              <a:rPr lang="en-US" sz="2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Teachers</a:t>
            </a:r>
          </a:p>
        </p:txBody>
      </p:sp>
      <p:sp>
        <p:nvSpPr>
          <p:cNvPr id="4" name="TextBox 3">
            <a:extLst>
              <a:ext uri="{FF2B5EF4-FFF2-40B4-BE49-F238E27FC236}">
                <a16:creationId xmlns:a16="http://schemas.microsoft.com/office/drawing/2014/main" id="{6E2F3965-C765-E817-E66E-A8F77B25F60C}"/>
              </a:ext>
            </a:extLst>
          </p:cNvPr>
          <p:cNvSpPr txBox="1"/>
          <p:nvPr/>
        </p:nvSpPr>
        <p:spPr>
          <a:xfrm>
            <a:off x="1559858" y="3617277"/>
            <a:ext cx="3774142" cy="923330"/>
          </a:xfrm>
          <a:prstGeom prst="rect">
            <a:avLst/>
          </a:prstGeom>
          <a:noFill/>
          <a:ln>
            <a:solidFill>
              <a:schemeClr val="bg2"/>
            </a:solidFill>
          </a:ln>
        </p:spPr>
        <p:txBody>
          <a:bodyPr wrap="square" rtlCol="0" anchor="ctr" anchorCtr="1">
            <a:spAutoFit/>
          </a:bodyPr>
          <a:lstStyle/>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Md </a:t>
            </a:r>
            <a:r>
              <a:rPr lang="en-US" dirty="0" err="1">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Nazirul</a:t>
            </a:r>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Hasan Shawon</a:t>
            </a:r>
          </a:p>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Lecturer</a:t>
            </a:r>
          </a:p>
          <a:p>
            <a:r>
              <a:rPr lang="en-US"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Dept of CSE, KUET</a:t>
            </a:r>
          </a:p>
        </p:txBody>
      </p:sp>
      <p:sp>
        <p:nvSpPr>
          <p:cNvPr id="5" name="TextBox 4">
            <a:extLst>
              <a:ext uri="{FF2B5EF4-FFF2-40B4-BE49-F238E27FC236}">
                <a16:creationId xmlns:a16="http://schemas.microsoft.com/office/drawing/2014/main" id="{BF40E02E-2B27-9D9E-2BC8-62D203721D85}"/>
              </a:ext>
            </a:extLst>
          </p:cNvPr>
          <p:cNvSpPr txBox="1"/>
          <p:nvPr/>
        </p:nvSpPr>
        <p:spPr>
          <a:xfrm>
            <a:off x="6858002" y="3617277"/>
            <a:ext cx="3325906" cy="923330"/>
          </a:xfrm>
          <a:prstGeom prst="rect">
            <a:avLst/>
          </a:prstGeom>
          <a:noFill/>
          <a:ln>
            <a:solidFill>
              <a:schemeClr val="bg2"/>
            </a:solidFill>
          </a:ln>
        </p:spPr>
        <p:txBody>
          <a:bodyPr wrap="square" rtlCol="0" anchor="ctr" anchorCtr="1">
            <a:spAutoFit/>
          </a:bodyPr>
          <a:lstStyle/>
          <a:p>
            <a:r>
              <a:rPr lang="en-US" b="1" dirty="0" err="1">
                <a:solidFill>
                  <a:schemeClr val="accent1">
                    <a:lumMod val="50000"/>
                  </a:schemeClr>
                </a:solidFill>
              </a:rPr>
              <a:t>Argha</a:t>
            </a:r>
            <a:r>
              <a:rPr lang="en-US" b="1" dirty="0">
                <a:solidFill>
                  <a:schemeClr val="accent1">
                    <a:lumMod val="50000"/>
                  </a:schemeClr>
                </a:solidFill>
              </a:rPr>
              <a:t> Chandra Dhar</a:t>
            </a:r>
          </a:p>
          <a:p>
            <a:r>
              <a:rPr lang="en-US" b="1" dirty="0">
                <a:solidFill>
                  <a:schemeClr val="accent1">
                    <a:lumMod val="50000"/>
                  </a:schemeClr>
                </a:solidFill>
              </a:rPr>
              <a:t>Lecturer</a:t>
            </a:r>
          </a:p>
          <a:p>
            <a:r>
              <a:rPr lang="en-US" b="1" dirty="0">
                <a:solidFill>
                  <a:schemeClr val="accent1">
                    <a:lumMod val="50000"/>
                  </a:schemeClr>
                </a:solidFill>
              </a:rPr>
              <a:t>Dept of CSE, KUET</a:t>
            </a:r>
          </a:p>
        </p:txBody>
      </p:sp>
    </p:spTree>
    <p:extLst>
      <p:ext uri="{BB962C8B-B14F-4D97-AF65-F5344CB8AC3E}">
        <p14:creationId xmlns:p14="http://schemas.microsoft.com/office/powerpoint/2010/main" val="1066744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ubbles design templat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alpha val="80000"/>
              </a:schemeClr>
            </a:gs>
            <a:gs pos="0">
              <a:schemeClr val="phClr">
                <a:lumMod val="40000"/>
                <a:lumOff val="60000"/>
                <a:alpha val="80000"/>
              </a:schemeClr>
            </a:gs>
          </a:gsLst>
          <a:path path="circle">
            <a:fillToRect l="50000" t="50000" r="50000" b="50000"/>
          </a:path>
        </a:gradFill>
        <a:gradFill rotWithShape="1">
          <a:gsLst>
            <a:gs pos="0">
              <a:schemeClr val="phClr">
                <a:lumMod val="20000"/>
                <a:lumOff val="80000"/>
                <a:alpha val="59000"/>
              </a:schemeClr>
            </a:gs>
            <a:gs pos="40000">
              <a:schemeClr val="phClr">
                <a:lumMod val="20000"/>
                <a:lumOff val="80000"/>
                <a:alpha val="66000"/>
              </a:schemeClr>
            </a:gs>
            <a:gs pos="100000">
              <a:schemeClr val="phClr">
                <a:lumMod val="40000"/>
                <a:lumOff val="60000"/>
              </a:schemeClr>
            </a:gs>
          </a:gsLst>
          <a:path path="circle">
            <a:fillToRect l="50000" t="-80000" r="50000" b="180000"/>
          </a:path>
        </a:gradFill>
      </a:bgFillStyleLst>
    </a:fmtScheme>
  </a:themeElements>
  <a:objectDefaults>
    <a:spDef>
      <a:spPr/>
      <a:bodyPr rtlCol="0" anchor="ctr"/>
      <a:lstStyle>
        <a:defPPr algn="ctr">
          <a:defRPr dirty="0"/>
        </a:defPPr>
      </a:lstStyle>
      <a:style>
        <a:lnRef idx="0">
          <a:schemeClr val="accent2"/>
        </a:lnRef>
        <a:fillRef idx="3">
          <a:schemeClr val="accent2"/>
        </a:fillRef>
        <a:effectRef idx="3">
          <a:schemeClr val="accent2"/>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Bubbles design slides.potx" id="{791C1007-8C16-4095-A382-97B1C9AA36B9}" vid="{20473F13-1D64-4A4A-9CE1-7C3468AE82BE}"/>
    </a:ext>
  </a:extLst>
</a:theme>
</file>

<file path=ppt/theme/theme2.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Bubbles design slides</Template>
  <TotalTime>2029</TotalTime>
  <Words>1003</Words>
  <Application>Microsoft Office PowerPoint</Application>
  <PresentationFormat>Widescreen</PresentationFormat>
  <Paragraphs>117</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ADLaM Display</vt:lpstr>
      <vt:lpstr>Century Gothic</vt:lpstr>
      <vt:lpstr>Courier New</vt:lpstr>
      <vt:lpstr>Bubbles design template</vt:lpstr>
      <vt:lpstr> WhatToDo?</vt:lpstr>
      <vt:lpstr>Introduction:</vt:lpstr>
      <vt:lpstr>Key Features:</vt:lpstr>
      <vt:lpstr>Splash and Authentication</vt:lpstr>
      <vt:lpstr>PowerPoint Presentation</vt:lpstr>
      <vt:lpstr>Class Diagram:</vt:lpstr>
      <vt:lpstr>Sequence Diagram:</vt:lpstr>
      <vt:lpstr>Use Case Diagram:</vt:lpstr>
      <vt:lpstr>CGPA Calculator</vt:lpstr>
      <vt:lpstr>Calculate Your CGPA:</vt:lpstr>
      <vt:lpstr>Class Diagram:</vt:lpstr>
      <vt:lpstr>Sequence Diagram:</vt:lpstr>
      <vt:lpstr>Use Case Diagram:</vt:lpstr>
      <vt:lpstr>Reminder</vt:lpstr>
      <vt:lpstr>Add Your Reminder:</vt:lpstr>
      <vt:lpstr>Class Diagram:</vt:lpstr>
      <vt:lpstr>Sequence Diagram:</vt:lpstr>
      <vt:lpstr>Note</vt:lpstr>
      <vt:lpstr>Add Your Notes:</vt:lpstr>
      <vt:lpstr>Class Diagram:</vt:lpstr>
      <vt:lpstr>Sequence Diagram:</vt:lpstr>
      <vt:lpstr>Use Case diagram:</vt:lpstr>
      <vt:lpstr>StopWatch &amp; Timer</vt:lpstr>
      <vt:lpstr>PowerPoint Presentation</vt:lpstr>
      <vt:lpstr>Class Diagram:</vt:lpstr>
      <vt:lpstr>Sequence Diagram:</vt:lpstr>
      <vt:lpstr>Use Case Diagram:</vt:lpstr>
      <vt:lpstr>Attendance Calculator</vt:lpstr>
      <vt:lpstr>Attendance:</vt:lpstr>
      <vt:lpstr>Class diagram:</vt:lpstr>
      <vt:lpstr>Sequence Diagram:</vt:lpstr>
      <vt:lpstr>Use Case Diagram:</vt:lpstr>
      <vt:lpstr>App Other Options</vt:lpstr>
      <vt:lpstr>PowerPoint Presentation</vt:lpstr>
      <vt:lpstr>Thank You Our Honourable Teachers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WhatToDo?</dc:title>
  <dc:creator>Asus</dc:creator>
  <cp:lastModifiedBy>Shaeer Musarrat Swapnil</cp:lastModifiedBy>
  <cp:revision>21</cp:revision>
  <dcterms:created xsi:type="dcterms:W3CDTF">2024-05-28T17:27:46Z</dcterms:created>
  <dcterms:modified xsi:type="dcterms:W3CDTF">2025-01-18T05:43:13Z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74069200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